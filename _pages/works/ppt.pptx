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35" r:id="rId2"/>
    <p:sldId id="325" r:id="rId3"/>
    <p:sldId id="312" r:id="rId4"/>
    <p:sldId id="337" r:id="rId5"/>
    <p:sldId id="338" r:id="rId6"/>
    <p:sldId id="339" r:id="rId7"/>
    <p:sldId id="340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23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D61E9-2F41-4422-BCEC-E6E521A8720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92AA0-B8F5-4060-B18A-0F0D282F89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097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68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2#</a:t>
            </a:r>
            <a:r>
              <a:rPr lang="zh-CN" altLang="en-US" dirty="0"/>
              <a:t>目录页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981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1#</a:t>
            </a:r>
            <a:r>
              <a:rPr lang="zh-CN" altLang="en-US" dirty="0"/>
              <a:t>转场页，图片为紫金港西区求是书院建筑群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730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1C32B-8813-B21D-F34B-7D2B6E55D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5CED05-4F12-29B1-2828-B039A65ABD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0FB3D0-BC55-2F3E-EF4B-2A7425630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1#</a:t>
            </a:r>
            <a:r>
              <a:rPr lang="zh-CN" altLang="en-US" dirty="0"/>
              <a:t>转场页，图片为紫金港西区求是书院建筑群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6DF51A-5C72-D0B2-F2FE-CC7DD6CD1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650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F836-26CE-145C-67F8-514C8396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2BF1E7-1954-7A97-B838-B9AC66EAD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1404A5-2A92-F1F9-E31B-936DE5337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1#</a:t>
            </a:r>
            <a:r>
              <a:rPr lang="zh-CN" altLang="en-US" dirty="0"/>
              <a:t>转场页，图片为紫金港西区求是书院建筑群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3873BD-2E05-AFD6-565E-0A9842BBB8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82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1022-A9AC-00EE-C319-2579DECE5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1B3788-9254-7177-0B89-33E157BC7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9001DB-5361-9AF3-078B-BEB47CA06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1#</a:t>
            </a:r>
            <a:r>
              <a:rPr lang="zh-CN" altLang="en-US" dirty="0"/>
              <a:t>转场页，图片为紫金港西区求是书院建筑群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4D320-8A2B-84C5-5B0F-DF40D440B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197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277E-1A4E-DE15-64A3-C2BDD309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4E46C0-1799-966C-0829-15773B3E3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828119-DE8A-648F-AF0E-C9C745FDE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使用说明：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、这里是</a:t>
            </a:r>
            <a:r>
              <a:rPr lang="en-US" altLang="zh-CN" dirty="0"/>
              <a:t>1#</a:t>
            </a:r>
            <a:r>
              <a:rPr lang="zh-CN" altLang="en-US" dirty="0"/>
              <a:t>转场页，图片为紫金港西区求是书院建筑群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0BF7FD-1674-DF2E-EE46-98C88E0D0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8A16-44D0-4638-ACD6-43A88F095A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05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8A2CC-8087-F425-4CBB-E1132F6E9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A3C983-7833-A097-5CF4-CD947F9BF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D4E047-1046-D1D0-EF9C-EE96388D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3A299B-F3B0-3635-5515-F991E3EE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E9E759-CB3E-9499-4309-4FC65B80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763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A9347-E037-6835-2C91-2CD424C7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229596-C1E0-10CE-76C6-104691D09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D9F8A2-8EA4-6443-9177-F16B5E2F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94A627-15B5-B52D-3601-36E3B5B40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6ECCE-42D7-F8F3-0DE7-BA1C7CC7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72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9C5B9-C806-29C5-787C-738094FC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BDA3F0-43E7-0F17-BF36-F340739A0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3D2D7-0956-39A7-3861-FE844FE7A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B9B360-EF02-234A-3D0C-415B70E2A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C34C8-D91A-E2F5-3299-D2311697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135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006F7-840E-547B-A405-21809476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4EEAF-A251-3BD4-D1F8-9ACE43EA3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5EFB70-78D9-CEF1-5DA2-1D227DD3D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2B7EAB-BC64-E7DF-09D2-097CC584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8FDC58-A13F-1090-D0D2-D8A60DBD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C6078C-8B07-1ECB-88A5-843B19336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423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0E665-5A55-9358-58AA-38B9986D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80D49-7618-33CE-41F9-354F44F97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6734BE-EDC0-88F9-F7BF-1B56F88B3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45675B-FC54-F155-DDF0-525AF5B1A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E2B0CA-7F40-9372-42A7-107AA104A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FAB0B2-805C-1796-1181-11B2C4DB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32D132-FECD-5E8B-DEB1-2FDF34EEA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43E5EB-356F-720F-0FF9-E933D3A4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50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583E1-4755-FF2B-5D9A-3463EACA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2A9F7F-C528-1C7B-6126-AE8FDC29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7D7F2B-AAEC-26F1-DAC1-103991744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E68EA7-7CD7-9883-17B5-A7E17E15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11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5E97DF-6F1E-7394-C55E-6A6BAB85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C2B215-4569-2F49-0AEA-C9E9AED8D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8BCA61-7F6C-31EA-303A-758DB87C2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14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58B3E-4687-3FE5-0B07-80D9E7F7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63D56-65EE-D3B0-45B0-51205CEAD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9B3DB4-BE6B-5D61-E35B-FE9EC1A7D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671330-4A82-BE0D-2ACC-852B5B3F4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8C76EB-0E7C-C6C7-F701-4E534C2F9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70B7C1-5525-8C11-4B09-1BD45A7E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63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BDB1D-C6A4-AED5-B5EE-E680DC97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D6CCB1-54AD-A263-A8D6-27B46FA08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A6EDD4-B236-1E74-BCFC-56D3304DF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6C1955-269E-725A-8E2B-44F09A5C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19E3A3-C2A9-BA99-270B-55B85A43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2DCD631-C851-A948-030C-316AB3212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67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64170A-23EF-63D5-284A-9A0F273D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D5F017-EB24-D8F3-2EC4-73A14ED6C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F49B09-9E41-5704-438A-72FB2AFA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92FA1-44DA-C188-14D8-4E66D220A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7D5FF7-2B59-5E52-8C29-705DC7BA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36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89A3D7-042F-F330-5A03-FD4446892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4BE89B-F793-92A8-A654-A6513C423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0EDEF-4690-59F1-82B5-514DCB15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14536-2DD8-5346-C09F-921502173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6A842-04DC-E898-7E79-36DAA671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21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占位符 77">
            <a:extLst>
              <a:ext uri="{FF2B5EF4-FFF2-40B4-BE49-F238E27FC236}">
                <a16:creationId xmlns:a16="http://schemas.microsoft.com/office/drawing/2014/main" id="{B5D5F683-7E00-47B3-9467-9185D996D5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18800" y="3076522"/>
            <a:ext cx="7754400" cy="721821"/>
          </a:xfrm>
          <a:prstGeom prst="rect">
            <a:avLst/>
          </a:prstGeom>
        </p:spPr>
        <p:txBody>
          <a:bodyPr anchor="ctr"/>
          <a:lstStyle>
            <a:lvl1pPr marL="0" indent="0" algn="dist">
              <a:lnSpc>
                <a:spcPct val="100000"/>
              </a:lnSpc>
              <a:buNone/>
              <a:defRPr sz="4800" b="1">
                <a:solidFill>
                  <a:schemeClr val="bg1"/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单击此处编辑答辩报告题目</a:t>
            </a:r>
          </a:p>
        </p:txBody>
      </p:sp>
      <p:sp>
        <p:nvSpPr>
          <p:cNvPr id="64" name="文本占位符 63">
            <a:extLst>
              <a:ext uri="{FF2B5EF4-FFF2-40B4-BE49-F238E27FC236}">
                <a16:creationId xmlns:a16="http://schemas.microsoft.com/office/drawing/2014/main" id="{2FAA6F8A-D8B4-4363-B8F1-AF1C5C4CC6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70522" y="5207653"/>
            <a:ext cx="2050956" cy="38632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答辩人信息</a:t>
            </a:r>
          </a:p>
        </p:txBody>
      </p:sp>
    </p:spTree>
    <p:extLst>
      <p:ext uri="{BB962C8B-B14F-4D97-AF65-F5344CB8AC3E}">
        <p14:creationId xmlns:p14="http://schemas.microsoft.com/office/powerpoint/2010/main" val="2230000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440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2">
            <a:extLst>
              <a:ext uri="{FF2B5EF4-FFF2-40B4-BE49-F238E27FC236}">
                <a16:creationId xmlns:a16="http://schemas.microsoft.com/office/drawing/2014/main" id="{0E6DF442-2C6B-45AF-8A5E-3C22004E6FDD}"/>
              </a:ext>
            </a:extLst>
          </p:cNvPr>
          <p:cNvSpPr txBox="1">
            <a:spLocks/>
          </p:cNvSpPr>
          <p:nvPr userDrawn="1"/>
        </p:nvSpPr>
        <p:spPr>
          <a:xfrm>
            <a:off x="960840" y="4702089"/>
            <a:ext cx="2812728" cy="617036"/>
          </a:xfrm>
          <a:prstGeom prst="rect">
            <a:avLst/>
          </a:prstGeom>
          <a:solidFill>
            <a:srgbClr val="04428A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占位符 84">
            <a:extLst>
              <a:ext uri="{FF2B5EF4-FFF2-40B4-BE49-F238E27FC236}">
                <a16:creationId xmlns:a16="http://schemas.microsoft.com/office/drawing/2014/main" id="{AD5FD2FE-98E0-4AC5-872C-3B2306350224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60840" y="4702089"/>
            <a:ext cx="2743200" cy="61753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b="1">
                <a:solidFill>
                  <a:schemeClr val="bg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答辩人信息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746AE2F3-10E1-4170-A2EB-CC91D8D36E6C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60840" y="1432866"/>
            <a:ext cx="1487488" cy="1595437"/>
          </a:xfrm>
          <a:prstGeom prst="rect">
            <a:avLst/>
          </a:prstGeom>
        </p:spPr>
        <p:txBody>
          <a:bodyPr lIns="0" rIns="0" anchor="ctr"/>
          <a:lstStyle>
            <a:lvl1pPr marL="0" indent="0">
              <a:buNone/>
              <a:defRPr sz="7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NO</a:t>
            </a:r>
            <a:endParaRPr lang="zh-CN" altLang="en-US" dirty="0"/>
          </a:p>
        </p:txBody>
      </p:sp>
      <p:sp>
        <p:nvSpPr>
          <p:cNvPr id="11" name="文本占位符 77">
            <a:extLst>
              <a:ext uri="{FF2B5EF4-FFF2-40B4-BE49-F238E27FC236}">
                <a16:creationId xmlns:a16="http://schemas.microsoft.com/office/drawing/2014/main" id="{BF4F82D5-C68E-491F-9293-778C1F8DE08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60840" y="2785075"/>
            <a:ext cx="5330316" cy="72182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方正粗雅宋简体" panose="02000000000000000000" pitchFamily="2" charset="-122"/>
                <a:ea typeface="方正粗雅宋简体" panose="02000000000000000000" pitchFamily="2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单击此处编辑小节标题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D948172E-72B2-4D2B-B092-573CF97EE0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0840" y="3429000"/>
            <a:ext cx="5210175" cy="122259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FontTx/>
              <a:buNone/>
              <a:defRPr sz="1600" b="1">
                <a:solidFill>
                  <a:schemeClr val="accent4"/>
                </a:solidFill>
                <a:latin typeface="+mj-ea"/>
                <a:ea typeface="+mj-ea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dirty="0"/>
              <a:t>单击此处输入小节标题的说明</a:t>
            </a:r>
            <a:endParaRPr lang="en-US" altLang="zh-CN" dirty="0"/>
          </a:p>
          <a:p>
            <a:pPr lvl="0"/>
            <a:r>
              <a:rPr lang="zh-CN" altLang="en-US" dirty="0"/>
              <a:t>比如背景、意义等</a:t>
            </a:r>
          </a:p>
        </p:txBody>
      </p:sp>
    </p:spTree>
    <p:extLst>
      <p:ext uri="{BB962C8B-B14F-4D97-AF65-F5344CB8AC3E}">
        <p14:creationId xmlns:p14="http://schemas.microsoft.com/office/powerpoint/2010/main" val="403563993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BCC6230-3730-0099-0700-344B596FF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BCC9EC-F33B-305E-8375-E9B187CC8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37BAA-27CA-FA1F-4FFD-5B34C4557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E55E7-6B27-4F9F-AE5F-5A33DF2F7B38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B55177-7B1A-1C35-6418-2F7CBC8CD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47E41E-3C63-8BFC-8B56-F0A092895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E0561-0651-44DE-95CB-3C51FD8217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22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8037B56-7790-485C-B7A2-F09BED4171C2}"/>
              </a:ext>
            </a:extLst>
          </p:cNvPr>
          <p:cNvGrpSpPr/>
          <p:nvPr/>
        </p:nvGrpSpPr>
        <p:grpSpPr>
          <a:xfrm>
            <a:off x="10" y="5"/>
            <a:ext cx="12191980" cy="6857990"/>
            <a:chOff x="745889" y="1366433"/>
            <a:chExt cx="12191980" cy="6857990"/>
          </a:xfrm>
        </p:grpSpPr>
        <p:pic>
          <p:nvPicPr>
            <p:cNvPr id="6" name="图片 5" descr="图片包含 建筑物, 蛋糕&#10;&#10;描述已自动生成">
              <a:extLst>
                <a:ext uri="{FF2B5EF4-FFF2-40B4-BE49-F238E27FC236}">
                  <a16:creationId xmlns:a16="http://schemas.microsoft.com/office/drawing/2014/main" id="{2540B6BE-A7FC-46A3-B365-A73271F7F9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87"/>
            <a:stretch/>
          </p:blipFill>
          <p:spPr>
            <a:xfrm>
              <a:off x="1268404" y="1660348"/>
              <a:ext cx="11146951" cy="6270161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130999B-188C-4604-947C-E10578CBE607}"/>
                </a:ext>
              </a:extLst>
            </p:cNvPr>
            <p:cNvSpPr/>
            <p:nvPr/>
          </p:nvSpPr>
          <p:spPr>
            <a:xfrm>
              <a:off x="745889" y="1366433"/>
              <a:ext cx="12191980" cy="6857990"/>
            </a:xfrm>
            <a:prstGeom prst="rect">
              <a:avLst/>
            </a:prstGeom>
            <a:solidFill>
              <a:srgbClr val="04428A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5FEF66FF-5AB8-4AE1-BE6F-4F61084AF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6724" y="2589435"/>
            <a:ext cx="7124956" cy="993774"/>
          </a:xfrm>
        </p:spPr>
        <p:txBody>
          <a:bodyPr>
            <a:norm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MomentRing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专注指环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400B218-9706-44C1-9DE1-F7FED6EC429D}"/>
              </a:ext>
            </a:extLst>
          </p:cNvPr>
          <p:cNvSpPr/>
          <p:nvPr/>
        </p:nvSpPr>
        <p:spPr>
          <a:xfrm>
            <a:off x="4209923" y="4970900"/>
            <a:ext cx="3829434" cy="6237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endParaRPr lang="zh-CN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EB5314F-67A3-4DC2-BC95-1249DB0844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7452" y="4970245"/>
            <a:ext cx="3252564" cy="623730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第十组：吕星澎、张玮勐、庄昊翔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A7F67A3-EFFA-434B-BA80-6E42A4E0481B}"/>
              </a:ext>
            </a:extLst>
          </p:cNvPr>
          <p:cNvGrpSpPr/>
          <p:nvPr/>
        </p:nvGrpSpPr>
        <p:grpSpPr>
          <a:xfrm>
            <a:off x="9928332" y="310784"/>
            <a:ext cx="2002401" cy="559623"/>
            <a:chOff x="3330575" y="1207808"/>
            <a:chExt cx="3467101" cy="960438"/>
          </a:xfrm>
        </p:grpSpPr>
        <p:sp>
          <p:nvSpPr>
            <p:cNvPr id="15" name="Freeform 118">
              <a:extLst>
                <a:ext uri="{FF2B5EF4-FFF2-40B4-BE49-F238E27FC236}">
                  <a16:creationId xmlns:a16="http://schemas.microsoft.com/office/drawing/2014/main" id="{E7972440-8C23-432E-8451-3C1B26629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825" y="1653896"/>
              <a:ext cx="123825" cy="128588"/>
            </a:xfrm>
            <a:custGeom>
              <a:avLst/>
              <a:gdLst>
                <a:gd name="T0" fmla="*/ 8 w 29"/>
                <a:gd name="T1" fmla="*/ 29 h 30"/>
                <a:gd name="T2" fmla="*/ 4 w 29"/>
                <a:gd name="T3" fmla="*/ 20 h 30"/>
                <a:gd name="T4" fmla="*/ 0 w 29"/>
                <a:gd name="T5" fmla="*/ 9 h 30"/>
                <a:gd name="T6" fmla="*/ 18 w 29"/>
                <a:gd name="T7" fmla="*/ 3 h 30"/>
                <a:gd name="T8" fmla="*/ 22 w 29"/>
                <a:gd name="T9" fmla="*/ 7 h 30"/>
                <a:gd name="T10" fmla="*/ 24 w 29"/>
                <a:gd name="T11" fmla="*/ 23 h 30"/>
                <a:gd name="T12" fmla="*/ 8 w 29"/>
                <a:gd name="T13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0">
                  <a:moveTo>
                    <a:pt x="8" y="29"/>
                  </a:moveTo>
                  <a:cubicBezTo>
                    <a:pt x="2" y="27"/>
                    <a:pt x="5" y="26"/>
                    <a:pt x="4" y="20"/>
                  </a:cubicBezTo>
                  <a:cubicBezTo>
                    <a:pt x="4" y="16"/>
                    <a:pt x="0" y="12"/>
                    <a:pt x="0" y="9"/>
                  </a:cubicBezTo>
                  <a:cubicBezTo>
                    <a:pt x="0" y="0"/>
                    <a:pt x="11" y="0"/>
                    <a:pt x="18" y="3"/>
                  </a:cubicBezTo>
                  <a:cubicBezTo>
                    <a:pt x="19" y="4"/>
                    <a:pt x="21" y="6"/>
                    <a:pt x="22" y="7"/>
                  </a:cubicBezTo>
                  <a:cubicBezTo>
                    <a:pt x="25" y="12"/>
                    <a:pt x="29" y="18"/>
                    <a:pt x="24" y="23"/>
                  </a:cubicBezTo>
                  <a:cubicBezTo>
                    <a:pt x="20" y="28"/>
                    <a:pt x="13" y="30"/>
                    <a:pt x="8" y="2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Freeform 119">
              <a:extLst>
                <a:ext uri="{FF2B5EF4-FFF2-40B4-BE49-F238E27FC236}">
                  <a16:creationId xmlns:a16="http://schemas.microsoft.com/office/drawing/2014/main" id="{10146B24-CD34-4B19-969B-F92420CB5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525" y="1276071"/>
              <a:ext cx="444500" cy="463550"/>
            </a:xfrm>
            <a:custGeom>
              <a:avLst/>
              <a:gdLst>
                <a:gd name="T0" fmla="*/ 27 w 105"/>
                <a:gd name="T1" fmla="*/ 108 h 108"/>
                <a:gd name="T2" fmla="*/ 27 w 105"/>
                <a:gd name="T3" fmla="*/ 107 h 108"/>
                <a:gd name="T4" fmla="*/ 27 w 105"/>
                <a:gd name="T5" fmla="*/ 105 h 108"/>
                <a:gd name="T6" fmla="*/ 45 w 105"/>
                <a:gd name="T7" fmla="*/ 94 h 108"/>
                <a:gd name="T8" fmla="*/ 55 w 105"/>
                <a:gd name="T9" fmla="*/ 80 h 108"/>
                <a:gd name="T10" fmla="*/ 21 w 105"/>
                <a:gd name="T11" fmla="*/ 93 h 108"/>
                <a:gd name="T12" fmla="*/ 7 w 105"/>
                <a:gd name="T13" fmla="*/ 87 h 108"/>
                <a:gd name="T14" fmla="*/ 7 w 105"/>
                <a:gd name="T15" fmla="*/ 86 h 108"/>
                <a:gd name="T16" fmla="*/ 7 w 105"/>
                <a:gd name="T17" fmla="*/ 75 h 108"/>
                <a:gd name="T18" fmla="*/ 49 w 105"/>
                <a:gd name="T19" fmla="*/ 64 h 108"/>
                <a:gd name="T20" fmla="*/ 61 w 105"/>
                <a:gd name="T21" fmla="*/ 58 h 108"/>
                <a:gd name="T22" fmla="*/ 63 w 105"/>
                <a:gd name="T23" fmla="*/ 11 h 108"/>
                <a:gd name="T24" fmla="*/ 80 w 105"/>
                <a:gd name="T25" fmla="*/ 13 h 108"/>
                <a:gd name="T26" fmla="*/ 84 w 105"/>
                <a:gd name="T27" fmla="*/ 17 h 108"/>
                <a:gd name="T28" fmla="*/ 84 w 105"/>
                <a:gd name="T29" fmla="*/ 17 h 108"/>
                <a:gd name="T30" fmla="*/ 84 w 105"/>
                <a:gd name="T31" fmla="*/ 28 h 108"/>
                <a:gd name="T32" fmla="*/ 80 w 105"/>
                <a:gd name="T33" fmla="*/ 52 h 108"/>
                <a:gd name="T34" fmla="*/ 102 w 105"/>
                <a:gd name="T35" fmla="*/ 44 h 108"/>
                <a:gd name="T36" fmla="*/ 100 w 105"/>
                <a:gd name="T37" fmla="*/ 56 h 108"/>
                <a:gd name="T38" fmla="*/ 78 w 105"/>
                <a:gd name="T39" fmla="*/ 66 h 108"/>
                <a:gd name="T40" fmla="*/ 67 w 105"/>
                <a:gd name="T41" fmla="*/ 90 h 108"/>
                <a:gd name="T42" fmla="*/ 61 w 105"/>
                <a:gd name="T43" fmla="*/ 95 h 108"/>
                <a:gd name="T44" fmla="*/ 46 w 105"/>
                <a:gd name="T45" fmla="*/ 104 h 108"/>
                <a:gd name="T46" fmla="*/ 27 w 105"/>
                <a:gd name="T47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5" h="108">
                  <a:moveTo>
                    <a:pt x="27" y="108"/>
                  </a:moveTo>
                  <a:cubicBezTo>
                    <a:pt x="27" y="108"/>
                    <a:pt x="27" y="107"/>
                    <a:pt x="27" y="107"/>
                  </a:cubicBezTo>
                  <a:cubicBezTo>
                    <a:pt x="27" y="107"/>
                    <a:pt x="27" y="106"/>
                    <a:pt x="27" y="105"/>
                  </a:cubicBezTo>
                  <a:cubicBezTo>
                    <a:pt x="29" y="105"/>
                    <a:pt x="45" y="94"/>
                    <a:pt x="45" y="94"/>
                  </a:cubicBezTo>
                  <a:cubicBezTo>
                    <a:pt x="49" y="90"/>
                    <a:pt x="54" y="86"/>
                    <a:pt x="55" y="80"/>
                  </a:cubicBezTo>
                  <a:cubicBezTo>
                    <a:pt x="43" y="84"/>
                    <a:pt x="33" y="92"/>
                    <a:pt x="21" y="93"/>
                  </a:cubicBezTo>
                  <a:cubicBezTo>
                    <a:pt x="15" y="92"/>
                    <a:pt x="11" y="89"/>
                    <a:pt x="7" y="87"/>
                  </a:cubicBezTo>
                  <a:cubicBezTo>
                    <a:pt x="7" y="87"/>
                    <a:pt x="7" y="86"/>
                    <a:pt x="7" y="86"/>
                  </a:cubicBezTo>
                  <a:cubicBezTo>
                    <a:pt x="1" y="82"/>
                    <a:pt x="0" y="77"/>
                    <a:pt x="7" y="75"/>
                  </a:cubicBezTo>
                  <a:cubicBezTo>
                    <a:pt x="19" y="77"/>
                    <a:pt x="38" y="69"/>
                    <a:pt x="49" y="64"/>
                  </a:cubicBezTo>
                  <a:cubicBezTo>
                    <a:pt x="52" y="63"/>
                    <a:pt x="59" y="61"/>
                    <a:pt x="61" y="58"/>
                  </a:cubicBezTo>
                  <a:cubicBezTo>
                    <a:pt x="64" y="42"/>
                    <a:pt x="62" y="26"/>
                    <a:pt x="63" y="11"/>
                  </a:cubicBezTo>
                  <a:cubicBezTo>
                    <a:pt x="67" y="0"/>
                    <a:pt x="74" y="8"/>
                    <a:pt x="80" y="13"/>
                  </a:cubicBezTo>
                  <a:cubicBezTo>
                    <a:pt x="81" y="14"/>
                    <a:pt x="82" y="15"/>
                    <a:pt x="84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7" y="22"/>
                    <a:pt x="88" y="24"/>
                    <a:pt x="84" y="28"/>
                  </a:cubicBezTo>
                  <a:cubicBezTo>
                    <a:pt x="81" y="36"/>
                    <a:pt x="79" y="44"/>
                    <a:pt x="80" y="52"/>
                  </a:cubicBezTo>
                  <a:cubicBezTo>
                    <a:pt x="88" y="51"/>
                    <a:pt x="93" y="44"/>
                    <a:pt x="102" y="44"/>
                  </a:cubicBezTo>
                  <a:cubicBezTo>
                    <a:pt x="105" y="48"/>
                    <a:pt x="104" y="52"/>
                    <a:pt x="100" y="56"/>
                  </a:cubicBezTo>
                  <a:cubicBezTo>
                    <a:pt x="93" y="59"/>
                    <a:pt x="86" y="62"/>
                    <a:pt x="78" y="66"/>
                  </a:cubicBezTo>
                  <a:cubicBezTo>
                    <a:pt x="76" y="74"/>
                    <a:pt x="73" y="84"/>
                    <a:pt x="67" y="90"/>
                  </a:cubicBezTo>
                  <a:cubicBezTo>
                    <a:pt x="66" y="91"/>
                    <a:pt x="62" y="95"/>
                    <a:pt x="61" y="95"/>
                  </a:cubicBezTo>
                  <a:cubicBezTo>
                    <a:pt x="56" y="98"/>
                    <a:pt x="51" y="102"/>
                    <a:pt x="46" y="104"/>
                  </a:cubicBezTo>
                  <a:cubicBezTo>
                    <a:pt x="30" y="108"/>
                    <a:pt x="30" y="107"/>
                    <a:pt x="27" y="10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Freeform 120">
              <a:extLst>
                <a:ext uri="{FF2B5EF4-FFF2-40B4-BE49-F238E27FC236}">
                  <a16:creationId xmlns:a16="http://schemas.microsoft.com/office/drawing/2014/main" id="{6FE624A6-419C-47C8-959B-6C8BAD433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1438" y="1545946"/>
              <a:ext cx="261938" cy="309563"/>
            </a:xfrm>
            <a:custGeom>
              <a:avLst/>
              <a:gdLst>
                <a:gd name="T0" fmla="*/ 14 w 62"/>
                <a:gd name="T1" fmla="*/ 72 h 72"/>
                <a:gd name="T2" fmla="*/ 0 w 62"/>
                <a:gd name="T3" fmla="*/ 58 h 72"/>
                <a:gd name="T4" fmla="*/ 2 w 62"/>
                <a:gd name="T5" fmla="*/ 53 h 72"/>
                <a:gd name="T6" fmla="*/ 41 w 62"/>
                <a:gd name="T7" fmla="*/ 22 h 72"/>
                <a:gd name="T8" fmla="*/ 53 w 62"/>
                <a:gd name="T9" fmla="*/ 5 h 72"/>
                <a:gd name="T10" fmla="*/ 54 w 62"/>
                <a:gd name="T11" fmla="*/ 4 h 72"/>
                <a:gd name="T12" fmla="*/ 54 w 62"/>
                <a:gd name="T13" fmla="*/ 4 h 72"/>
                <a:gd name="T14" fmla="*/ 62 w 62"/>
                <a:gd name="T15" fmla="*/ 5 h 72"/>
                <a:gd name="T16" fmla="*/ 53 w 62"/>
                <a:gd name="T17" fmla="*/ 16 h 72"/>
                <a:gd name="T18" fmla="*/ 44 w 62"/>
                <a:gd name="T19" fmla="*/ 36 h 72"/>
                <a:gd name="T20" fmla="*/ 39 w 62"/>
                <a:gd name="T21" fmla="*/ 44 h 72"/>
                <a:gd name="T22" fmla="*/ 28 w 62"/>
                <a:gd name="T23" fmla="*/ 59 h 72"/>
                <a:gd name="T24" fmla="*/ 17 w 62"/>
                <a:gd name="T25" fmla="*/ 71 h 72"/>
                <a:gd name="T26" fmla="*/ 14 w 62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2" h="72">
                  <a:moveTo>
                    <a:pt x="14" y="72"/>
                  </a:moveTo>
                  <a:cubicBezTo>
                    <a:pt x="8" y="69"/>
                    <a:pt x="3" y="62"/>
                    <a:pt x="0" y="58"/>
                  </a:cubicBezTo>
                  <a:cubicBezTo>
                    <a:pt x="1" y="56"/>
                    <a:pt x="1" y="55"/>
                    <a:pt x="2" y="53"/>
                  </a:cubicBezTo>
                  <a:cubicBezTo>
                    <a:pt x="15" y="43"/>
                    <a:pt x="28" y="34"/>
                    <a:pt x="41" y="22"/>
                  </a:cubicBezTo>
                  <a:cubicBezTo>
                    <a:pt x="44" y="16"/>
                    <a:pt x="49" y="10"/>
                    <a:pt x="53" y="5"/>
                  </a:cubicBezTo>
                  <a:cubicBezTo>
                    <a:pt x="53" y="5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7" y="1"/>
                    <a:pt x="59" y="0"/>
                    <a:pt x="62" y="5"/>
                  </a:cubicBezTo>
                  <a:cubicBezTo>
                    <a:pt x="62" y="9"/>
                    <a:pt x="55" y="12"/>
                    <a:pt x="53" y="16"/>
                  </a:cubicBezTo>
                  <a:cubicBezTo>
                    <a:pt x="51" y="23"/>
                    <a:pt x="48" y="29"/>
                    <a:pt x="44" y="36"/>
                  </a:cubicBezTo>
                  <a:cubicBezTo>
                    <a:pt x="43" y="37"/>
                    <a:pt x="43" y="37"/>
                    <a:pt x="39" y="44"/>
                  </a:cubicBezTo>
                  <a:cubicBezTo>
                    <a:pt x="35" y="47"/>
                    <a:pt x="30" y="54"/>
                    <a:pt x="28" y="59"/>
                  </a:cubicBezTo>
                  <a:cubicBezTo>
                    <a:pt x="24" y="61"/>
                    <a:pt x="22" y="69"/>
                    <a:pt x="17" y="71"/>
                  </a:cubicBezTo>
                  <a:cubicBezTo>
                    <a:pt x="16" y="71"/>
                    <a:pt x="15" y="72"/>
                    <a:pt x="14" y="7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 121">
              <a:extLst>
                <a:ext uri="{FF2B5EF4-FFF2-40B4-BE49-F238E27FC236}">
                  <a16:creationId xmlns:a16="http://schemas.microsoft.com/office/drawing/2014/main" id="{DC45DDB6-920E-414B-BB51-A4903211F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1538008"/>
              <a:ext cx="149225" cy="115888"/>
            </a:xfrm>
            <a:custGeom>
              <a:avLst/>
              <a:gdLst>
                <a:gd name="T0" fmla="*/ 15 w 35"/>
                <a:gd name="T1" fmla="*/ 27 h 27"/>
                <a:gd name="T2" fmla="*/ 0 w 35"/>
                <a:gd name="T3" fmla="*/ 16 h 27"/>
                <a:gd name="T4" fmla="*/ 2 w 35"/>
                <a:gd name="T5" fmla="*/ 11 h 27"/>
                <a:gd name="T6" fmla="*/ 5 w 35"/>
                <a:gd name="T7" fmla="*/ 10 h 27"/>
                <a:gd name="T8" fmla="*/ 13 w 35"/>
                <a:gd name="T9" fmla="*/ 9 h 27"/>
                <a:gd name="T10" fmla="*/ 35 w 35"/>
                <a:gd name="T11" fmla="*/ 3 h 27"/>
                <a:gd name="T12" fmla="*/ 15 w 35"/>
                <a:gd name="T13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">
                  <a:moveTo>
                    <a:pt x="15" y="27"/>
                  </a:moveTo>
                  <a:cubicBezTo>
                    <a:pt x="7" y="26"/>
                    <a:pt x="5" y="21"/>
                    <a:pt x="0" y="16"/>
                  </a:cubicBezTo>
                  <a:cubicBezTo>
                    <a:pt x="0" y="14"/>
                    <a:pt x="1" y="13"/>
                    <a:pt x="2" y="11"/>
                  </a:cubicBezTo>
                  <a:cubicBezTo>
                    <a:pt x="4" y="11"/>
                    <a:pt x="4" y="11"/>
                    <a:pt x="5" y="10"/>
                  </a:cubicBezTo>
                  <a:cubicBezTo>
                    <a:pt x="8" y="9"/>
                    <a:pt x="10" y="9"/>
                    <a:pt x="13" y="9"/>
                  </a:cubicBezTo>
                  <a:cubicBezTo>
                    <a:pt x="18" y="8"/>
                    <a:pt x="30" y="0"/>
                    <a:pt x="35" y="3"/>
                  </a:cubicBezTo>
                  <a:cubicBezTo>
                    <a:pt x="35" y="13"/>
                    <a:pt x="24" y="24"/>
                    <a:pt x="15" y="2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22">
              <a:extLst>
                <a:ext uri="{FF2B5EF4-FFF2-40B4-BE49-F238E27FC236}">
                  <a16:creationId xmlns:a16="http://schemas.microsoft.com/office/drawing/2014/main" id="{D2EACB6E-7521-469E-A8FF-D9DEEF5BC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0975" y="1469746"/>
              <a:ext cx="98425" cy="115888"/>
            </a:xfrm>
            <a:custGeom>
              <a:avLst/>
              <a:gdLst>
                <a:gd name="T0" fmla="*/ 4 w 23"/>
                <a:gd name="T1" fmla="*/ 27 h 27"/>
                <a:gd name="T2" fmla="*/ 0 w 23"/>
                <a:gd name="T3" fmla="*/ 7 h 27"/>
                <a:gd name="T4" fmla="*/ 15 w 23"/>
                <a:gd name="T5" fmla="*/ 4 h 27"/>
                <a:gd name="T6" fmla="*/ 18 w 23"/>
                <a:gd name="T7" fmla="*/ 20 h 27"/>
                <a:gd name="T8" fmla="*/ 4 w 23"/>
                <a:gd name="T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7">
                  <a:moveTo>
                    <a:pt x="4" y="27"/>
                  </a:moveTo>
                  <a:cubicBezTo>
                    <a:pt x="1" y="24"/>
                    <a:pt x="0" y="11"/>
                    <a:pt x="0" y="7"/>
                  </a:cubicBezTo>
                  <a:cubicBezTo>
                    <a:pt x="2" y="0"/>
                    <a:pt x="9" y="0"/>
                    <a:pt x="15" y="4"/>
                  </a:cubicBezTo>
                  <a:cubicBezTo>
                    <a:pt x="20" y="10"/>
                    <a:pt x="23" y="13"/>
                    <a:pt x="18" y="20"/>
                  </a:cubicBezTo>
                  <a:cubicBezTo>
                    <a:pt x="13" y="25"/>
                    <a:pt x="10" y="26"/>
                    <a:pt x="4" y="2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 123">
              <a:extLst>
                <a:ext uri="{FF2B5EF4-FFF2-40B4-BE49-F238E27FC236}">
                  <a16:creationId xmlns:a16="http://schemas.microsoft.com/office/drawing/2014/main" id="{29332526-D146-48C6-AFE4-64EED35AA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463" y="1391958"/>
              <a:ext cx="173038" cy="163513"/>
            </a:xfrm>
            <a:custGeom>
              <a:avLst/>
              <a:gdLst>
                <a:gd name="T0" fmla="*/ 14 w 41"/>
                <a:gd name="T1" fmla="*/ 38 h 38"/>
                <a:gd name="T2" fmla="*/ 17 w 41"/>
                <a:gd name="T3" fmla="*/ 24 h 38"/>
                <a:gd name="T4" fmla="*/ 11 w 41"/>
                <a:gd name="T5" fmla="*/ 25 h 38"/>
                <a:gd name="T6" fmla="*/ 3 w 41"/>
                <a:gd name="T7" fmla="*/ 12 h 38"/>
                <a:gd name="T8" fmla="*/ 11 w 41"/>
                <a:gd name="T9" fmla="*/ 9 h 38"/>
                <a:gd name="T10" fmla="*/ 27 w 41"/>
                <a:gd name="T11" fmla="*/ 1 h 38"/>
                <a:gd name="T12" fmla="*/ 41 w 41"/>
                <a:gd name="T13" fmla="*/ 14 h 38"/>
                <a:gd name="T14" fmla="*/ 32 w 41"/>
                <a:gd name="T15" fmla="*/ 29 h 38"/>
                <a:gd name="T16" fmla="*/ 18 w 41"/>
                <a:gd name="T17" fmla="*/ 38 h 38"/>
                <a:gd name="T18" fmla="*/ 14 w 41"/>
                <a:gd name="T1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8">
                  <a:moveTo>
                    <a:pt x="14" y="38"/>
                  </a:moveTo>
                  <a:cubicBezTo>
                    <a:pt x="13" y="35"/>
                    <a:pt x="19" y="26"/>
                    <a:pt x="17" y="24"/>
                  </a:cubicBezTo>
                  <a:cubicBezTo>
                    <a:pt x="15" y="24"/>
                    <a:pt x="13" y="25"/>
                    <a:pt x="11" y="25"/>
                  </a:cubicBezTo>
                  <a:cubicBezTo>
                    <a:pt x="6" y="23"/>
                    <a:pt x="0" y="17"/>
                    <a:pt x="3" y="12"/>
                  </a:cubicBezTo>
                  <a:cubicBezTo>
                    <a:pt x="6" y="8"/>
                    <a:pt x="5" y="9"/>
                    <a:pt x="11" y="9"/>
                  </a:cubicBezTo>
                  <a:cubicBezTo>
                    <a:pt x="16" y="6"/>
                    <a:pt x="22" y="4"/>
                    <a:pt x="27" y="1"/>
                  </a:cubicBezTo>
                  <a:cubicBezTo>
                    <a:pt x="36" y="0"/>
                    <a:pt x="41" y="5"/>
                    <a:pt x="41" y="14"/>
                  </a:cubicBezTo>
                  <a:cubicBezTo>
                    <a:pt x="40" y="20"/>
                    <a:pt x="36" y="25"/>
                    <a:pt x="32" y="29"/>
                  </a:cubicBezTo>
                  <a:cubicBezTo>
                    <a:pt x="27" y="32"/>
                    <a:pt x="22" y="35"/>
                    <a:pt x="18" y="38"/>
                  </a:cubicBezTo>
                  <a:cubicBezTo>
                    <a:pt x="17" y="38"/>
                    <a:pt x="15" y="38"/>
                    <a:pt x="14" y="3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124">
              <a:extLst>
                <a:ext uri="{FF2B5EF4-FFF2-40B4-BE49-F238E27FC236}">
                  <a16:creationId xmlns:a16="http://schemas.microsoft.com/office/drawing/2014/main" id="{F67CFA45-3399-4147-9812-13B62830B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600" y="1326871"/>
              <a:ext cx="104775" cy="115888"/>
            </a:xfrm>
            <a:custGeom>
              <a:avLst/>
              <a:gdLst>
                <a:gd name="T0" fmla="*/ 3 w 25"/>
                <a:gd name="T1" fmla="*/ 27 h 27"/>
                <a:gd name="T2" fmla="*/ 3 w 25"/>
                <a:gd name="T3" fmla="*/ 23 h 27"/>
                <a:gd name="T4" fmla="*/ 0 w 25"/>
                <a:gd name="T5" fmla="*/ 12 h 27"/>
                <a:gd name="T6" fmla="*/ 6 w 25"/>
                <a:gd name="T7" fmla="*/ 0 h 27"/>
                <a:gd name="T8" fmla="*/ 22 w 25"/>
                <a:gd name="T9" fmla="*/ 18 h 27"/>
                <a:gd name="T10" fmla="*/ 3 w 25"/>
                <a:gd name="T1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7">
                  <a:moveTo>
                    <a:pt x="3" y="27"/>
                  </a:moveTo>
                  <a:cubicBezTo>
                    <a:pt x="1" y="25"/>
                    <a:pt x="2" y="24"/>
                    <a:pt x="3" y="23"/>
                  </a:cubicBezTo>
                  <a:cubicBezTo>
                    <a:pt x="3" y="19"/>
                    <a:pt x="1" y="16"/>
                    <a:pt x="0" y="12"/>
                  </a:cubicBezTo>
                  <a:cubicBezTo>
                    <a:pt x="2" y="5"/>
                    <a:pt x="0" y="3"/>
                    <a:pt x="6" y="0"/>
                  </a:cubicBezTo>
                  <a:cubicBezTo>
                    <a:pt x="10" y="1"/>
                    <a:pt x="25" y="9"/>
                    <a:pt x="22" y="18"/>
                  </a:cubicBezTo>
                  <a:cubicBezTo>
                    <a:pt x="18" y="23"/>
                    <a:pt x="9" y="26"/>
                    <a:pt x="3" y="2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 125">
              <a:extLst>
                <a:ext uri="{FF2B5EF4-FFF2-40B4-BE49-F238E27FC236}">
                  <a16:creationId xmlns:a16="http://schemas.microsoft.com/office/drawing/2014/main" id="{A7E1555E-5E56-43B5-A480-8AA1B07BD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5" y="1361796"/>
              <a:ext cx="674688" cy="519113"/>
            </a:xfrm>
            <a:custGeom>
              <a:avLst/>
              <a:gdLst>
                <a:gd name="T0" fmla="*/ 17 w 159"/>
                <a:gd name="T1" fmla="*/ 121 h 121"/>
                <a:gd name="T2" fmla="*/ 11 w 159"/>
                <a:gd name="T3" fmla="*/ 95 h 121"/>
                <a:gd name="T4" fmla="*/ 14 w 159"/>
                <a:gd name="T5" fmla="*/ 92 h 121"/>
                <a:gd name="T6" fmla="*/ 14 w 159"/>
                <a:gd name="T7" fmla="*/ 91 h 121"/>
                <a:gd name="T8" fmla="*/ 36 w 159"/>
                <a:gd name="T9" fmla="*/ 61 h 121"/>
                <a:gd name="T10" fmla="*/ 43 w 159"/>
                <a:gd name="T11" fmla="*/ 53 h 121"/>
                <a:gd name="T12" fmla="*/ 43 w 159"/>
                <a:gd name="T13" fmla="*/ 62 h 121"/>
                <a:gd name="T14" fmla="*/ 49 w 159"/>
                <a:gd name="T15" fmla="*/ 62 h 121"/>
                <a:gd name="T16" fmla="*/ 69 w 159"/>
                <a:gd name="T17" fmla="*/ 46 h 121"/>
                <a:gd name="T18" fmla="*/ 70 w 159"/>
                <a:gd name="T19" fmla="*/ 38 h 121"/>
                <a:gd name="T20" fmla="*/ 55 w 159"/>
                <a:gd name="T21" fmla="*/ 35 h 121"/>
                <a:gd name="T22" fmla="*/ 71 w 159"/>
                <a:gd name="T23" fmla="*/ 23 h 121"/>
                <a:gd name="T24" fmla="*/ 75 w 159"/>
                <a:gd name="T25" fmla="*/ 7 h 121"/>
                <a:gd name="T26" fmla="*/ 89 w 159"/>
                <a:gd name="T27" fmla="*/ 17 h 121"/>
                <a:gd name="T28" fmla="*/ 89 w 159"/>
                <a:gd name="T29" fmla="*/ 29 h 121"/>
                <a:gd name="T30" fmla="*/ 88 w 159"/>
                <a:gd name="T31" fmla="*/ 36 h 121"/>
                <a:gd name="T32" fmla="*/ 90 w 159"/>
                <a:gd name="T33" fmla="*/ 36 h 121"/>
                <a:gd name="T34" fmla="*/ 106 w 159"/>
                <a:gd name="T35" fmla="*/ 25 h 121"/>
                <a:gd name="T36" fmla="*/ 113 w 159"/>
                <a:gd name="T37" fmla="*/ 3 h 121"/>
                <a:gd name="T38" fmla="*/ 132 w 159"/>
                <a:gd name="T39" fmla="*/ 8 h 121"/>
                <a:gd name="T40" fmla="*/ 143 w 159"/>
                <a:gd name="T41" fmla="*/ 3 h 121"/>
                <a:gd name="T42" fmla="*/ 147 w 159"/>
                <a:gd name="T43" fmla="*/ 3 h 121"/>
                <a:gd name="T44" fmla="*/ 149 w 159"/>
                <a:gd name="T45" fmla="*/ 10 h 121"/>
                <a:gd name="T46" fmla="*/ 127 w 159"/>
                <a:gd name="T47" fmla="*/ 31 h 121"/>
                <a:gd name="T48" fmla="*/ 134 w 159"/>
                <a:gd name="T49" fmla="*/ 23 h 121"/>
                <a:gd name="T50" fmla="*/ 154 w 159"/>
                <a:gd name="T51" fmla="*/ 27 h 121"/>
                <a:gd name="T52" fmla="*/ 149 w 159"/>
                <a:gd name="T53" fmla="*/ 40 h 121"/>
                <a:gd name="T54" fmla="*/ 147 w 159"/>
                <a:gd name="T55" fmla="*/ 43 h 121"/>
                <a:gd name="T56" fmla="*/ 147 w 159"/>
                <a:gd name="T57" fmla="*/ 74 h 121"/>
                <a:gd name="T58" fmla="*/ 140 w 159"/>
                <a:gd name="T59" fmla="*/ 86 h 121"/>
                <a:gd name="T60" fmla="*/ 140 w 159"/>
                <a:gd name="T61" fmla="*/ 86 h 121"/>
                <a:gd name="T62" fmla="*/ 139 w 159"/>
                <a:gd name="T63" fmla="*/ 86 h 121"/>
                <a:gd name="T64" fmla="*/ 128 w 159"/>
                <a:gd name="T65" fmla="*/ 91 h 121"/>
                <a:gd name="T66" fmla="*/ 128 w 159"/>
                <a:gd name="T67" fmla="*/ 46 h 121"/>
                <a:gd name="T68" fmla="*/ 127 w 159"/>
                <a:gd name="T69" fmla="*/ 46 h 121"/>
                <a:gd name="T70" fmla="*/ 113 w 159"/>
                <a:gd name="T71" fmla="*/ 72 h 121"/>
                <a:gd name="T72" fmla="*/ 101 w 159"/>
                <a:gd name="T73" fmla="*/ 64 h 121"/>
                <a:gd name="T74" fmla="*/ 104 w 159"/>
                <a:gd name="T75" fmla="*/ 61 h 121"/>
                <a:gd name="T76" fmla="*/ 106 w 159"/>
                <a:gd name="T77" fmla="*/ 36 h 121"/>
                <a:gd name="T78" fmla="*/ 90 w 159"/>
                <a:gd name="T79" fmla="*/ 51 h 121"/>
                <a:gd name="T80" fmla="*/ 83 w 159"/>
                <a:gd name="T81" fmla="*/ 56 h 121"/>
                <a:gd name="T82" fmla="*/ 78 w 159"/>
                <a:gd name="T83" fmla="*/ 73 h 121"/>
                <a:gd name="T84" fmla="*/ 75 w 159"/>
                <a:gd name="T85" fmla="*/ 81 h 121"/>
                <a:gd name="T86" fmla="*/ 74 w 159"/>
                <a:gd name="T87" fmla="*/ 81 h 121"/>
                <a:gd name="T88" fmla="*/ 60 w 159"/>
                <a:gd name="T89" fmla="*/ 89 h 121"/>
                <a:gd name="T90" fmla="*/ 60 w 159"/>
                <a:gd name="T91" fmla="*/ 86 h 121"/>
                <a:gd name="T92" fmla="*/ 67 w 159"/>
                <a:gd name="T93" fmla="*/ 68 h 121"/>
                <a:gd name="T94" fmla="*/ 52 w 159"/>
                <a:gd name="T95" fmla="*/ 75 h 121"/>
                <a:gd name="T96" fmla="*/ 43 w 159"/>
                <a:gd name="T97" fmla="*/ 73 h 121"/>
                <a:gd name="T98" fmla="*/ 43 w 159"/>
                <a:gd name="T99" fmla="*/ 72 h 121"/>
                <a:gd name="T100" fmla="*/ 39 w 159"/>
                <a:gd name="T101" fmla="*/ 70 h 121"/>
                <a:gd name="T102" fmla="*/ 36 w 159"/>
                <a:gd name="T103" fmla="*/ 80 h 121"/>
                <a:gd name="T104" fmla="*/ 22 w 159"/>
                <a:gd name="T105" fmla="*/ 118 h 121"/>
                <a:gd name="T106" fmla="*/ 17 w 159"/>
                <a:gd name="T107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9" h="121">
                  <a:moveTo>
                    <a:pt x="17" y="121"/>
                  </a:moveTo>
                  <a:cubicBezTo>
                    <a:pt x="8" y="118"/>
                    <a:pt x="0" y="100"/>
                    <a:pt x="11" y="95"/>
                  </a:cubicBezTo>
                  <a:cubicBezTo>
                    <a:pt x="11" y="94"/>
                    <a:pt x="12" y="92"/>
                    <a:pt x="14" y="92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22" y="82"/>
                    <a:pt x="28" y="71"/>
                    <a:pt x="36" y="61"/>
                  </a:cubicBezTo>
                  <a:cubicBezTo>
                    <a:pt x="37" y="58"/>
                    <a:pt x="38" y="54"/>
                    <a:pt x="43" y="53"/>
                  </a:cubicBezTo>
                  <a:cubicBezTo>
                    <a:pt x="45" y="55"/>
                    <a:pt x="44" y="59"/>
                    <a:pt x="43" y="62"/>
                  </a:cubicBezTo>
                  <a:cubicBezTo>
                    <a:pt x="44" y="63"/>
                    <a:pt x="47" y="62"/>
                    <a:pt x="49" y="62"/>
                  </a:cubicBezTo>
                  <a:cubicBezTo>
                    <a:pt x="55" y="57"/>
                    <a:pt x="63" y="52"/>
                    <a:pt x="69" y="46"/>
                  </a:cubicBezTo>
                  <a:cubicBezTo>
                    <a:pt x="70" y="44"/>
                    <a:pt x="70" y="41"/>
                    <a:pt x="70" y="38"/>
                  </a:cubicBezTo>
                  <a:cubicBezTo>
                    <a:pt x="66" y="40"/>
                    <a:pt x="52" y="43"/>
                    <a:pt x="55" y="35"/>
                  </a:cubicBezTo>
                  <a:cubicBezTo>
                    <a:pt x="61" y="33"/>
                    <a:pt x="69" y="28"/>
                    <a:pt x="71" y="23"/>
                  </a:cubicBezTo>
                  <a:cubicBezTo>
                    <a:pt x="73" y="17"/>
                    <a:pt x="72" y="11"/>
                    <a:pt x="75" y="7"/>
                  </a:cubicBezTo>
                  <a:cubicBezTo>
                    <a:pt x="81" y="4"/>
                    <a:pt x="88" y="11"/>
                    <a:pt x="89" y="17"/>
                  </a:cubicBezTo>
                  <a:cubicBezTo>
                    <a:pt x="91" y="21"/>
                    <a:pt x="99" y="16"/>
                    <a:pt x="89" y="29"/>
                  </a:cubicBezTo>
                  <a:cubicBezTo>
                    <a:pt x="87" y="31"/>
                    <a:pt x="88" y="33"/>
                    <a:pt x="88" y="36"/>
                  </a:cubicBezTo>
                  <a:cubicBezTo>
                    <a:pt x="89" y="36"/>
                    <a:pt x="89" y="36"/>
                    <a:pt x="90" y="36"/>
                  </a:cubicBezTo>
                  <a:cubicBezTo>
                    <a:pt x="95" y="33"/>
                    <a:pt x="101" y="29"/>
                    <a:pt x="106" y="25"/>
                  </a:cubicBezTo>
                  <a:cubicBezTo>
                    <a:pt x="108" y="17"/>
                    <a:pt x="109" y="10"/>
                    <a:pt x="113" y="3"/>
                  </a:cubicBezTo>
                  <a:cubicBezTo>
                    <a:pt x="119" y="0"/>
                    <a:pt x="127" y="4"/>
                    <a:pt x="132" y="8"/>
                  </a:cubicBezTo>
                  <a:cubicBezTo>
                    <a:pt x="137" y="8"/>
                    <a:pt x="139" y="6"/>
                    <a:pt x="143" y="3"/>
                  </a:cubicBezTo>
                  <a:cubicBezTo>
                    <a:pt x="145" y="3"/>
                    <a:pt x="145" y="3"/>
                    <a:pt x="147" y="3"/>
                  </a:cubicBezTo>
                  <a:cubicBezTo>
                    <a:pt x="149" y="5"/>
                    <a:pt x="149" y="7"/>
                    <a:pt x="149" y="10"/>
                  </a:cubicBezTo>
                  <a:cubicBezTo>
                    <a:pt x="146" y="18"/>
                    <a:pt x="122" y="21"/>
                    <a:pt x="127" y="31"/>
                  </a:cubicBezTo>
                  <a:cubicBezTo>
                    <a:pt x="131" y="31"/>
                    <a:pt x="133" y="26"/>
                    <a:pt x="134" y="23"/>
                  </a:cubicBezTo>
                  <a:cubicBezTo>
                    <a:pt x="139" y="20"/>
                    <a:pt x="149" y="23"/>
                    <a:pt x="154" y="27"/>
                  </a:cubicBezTo>
                  <a:cubicBezTo>
                    <a:pt x="159" y="34"/>
                    <a:pt x="155" y="36"/>
                    <a:pt x="149" y="40"/>
                  </a:cubicBezTo>
                  <a:cubicBezTo>
                    <a:pt x="149" y="41"/>
                    <a:pt x="148" y="42"/>
                    <a:pt x="147" y="43"/>
                  </a:cubicBezTo>
                  <a:cubicBezTo>
                    <a:pt x="147" y="56"/>
                    <a:pt x="147" y="56"/>
                    <a:pt x="147" y="74"/>
                  </a:cubicBezTo>
                  <a:cubicBezTo>
                    <a:pt x="145" y="79"/>
                    <a:pt x="144" y="82"/>
                    <a:pt x="140" y="86"/>
                  </a:cubicBezTo>
                  <a:cubicBezTo>
                    <a:pt x="140" y="86"/>
                    <a:pt x="140" y="86"/>
                    <a:pt x="140" y="86"/>
                  </a:cubicBezTo>
                  <a:cubicBezTo>
                    <a:pt x="140" y="86"/>
                    <a:pt x="139" y="86"/>
                    <a:pt x="139" y="86"/>
                  </a:cubicBezTo>
                  <a:cubicBezTo>
                    <a:pt x="137" y="90"/>
                    <a:pt x="131" y="94"/>
                    <a:pt x="128" y="91"/>
                  </a:cubicBezTo>
                  <a:cubicBezTo>
                    <a:pt x="128" y="76"/>
                    <a:pt x="129" y="60"/>
                    <a:pt x="128" y="46"/>
                  </a:cubicBezTo>
                  <a:cubicBezTo>
                    <a:pt x="128" y="46"/>
                    <a:pt x="128" y="46"/>
                    <a:pt x="127" y="46"/>
                  </a:cubicBezTo>
                  <a:cubicBezTo>
                    <a:pt x="126" y="53"/>
                    <a:pt x="119" y="67"/>
                    <a:pt x="113" y="72"/>
                  </a:cubicBezTo>
                  <a:cubicBezTo>
                    <a:pt x="107" y="72"/>
                    <a:pt x="102" y="69"/>
                    <a:pt x="101" y="64"/>
                  </a:cubicBezTo>
                  <a:cubicBezTo>
                    <a:pt x="101" y="62"/>
                    <a:pt x="102" y="62"/>
                    <a:pt x="104" y="61"/>
                  </a:cubicBezTo>
                  <a:cubicBezTo>
                    <a:pt x="107" y="54"/>
                    <a:pt x="106" y="42"/>
                    <a:pt x="106" y="36"/>
                  </a:cubicBezTo>
                  <a:cubicBezTo>
                    <a:pt x="101" y="36"/>
                    <a:pt x="93" y="47"/>
                    <a:pt x="90" y="51"/>
                  </a:cubicBezTo>
                  <a:cubicBezTo>
                    <a:pt x="87" y="53"/>
                    <a:pt x="85" y="54"/>
                    <a:pt x="83" y="56"/>
                  </a:cubicBezTo>
                  <a:cubicBezTo>
                    <a:pt x="81" y="62"/>
                    <a:pt x="80" y="67"/>
                    <a:pt x="78" y="73"/>
                  </a:cubicBezTo>
                  <a:cubicBezTo>
                    <a:pt x="77" y="76"/>
                    <a:pt x="76" y="79"/>
                    <a:pt x="75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2" y="85"/>
                    <a:pt x="65" y="95"/>
                    <a:pt x="60" y="89"/>
                  </a:cubicBezTo>
                  <a:cubicBezTo>
                    <a:pt x="60" y="88"/>
                    <a:pt x="60" y="87"/>
                    <a:pt x="60" y="86"/>
                  </a:cubicBezTo>
                  <a:cubicBezTo>
                    <a:pt x="64" y="81"/>
                    <a:pt x="67" y="74"/>
                    <a:pt x="67" y="68"/>
                  </a:cubicBezTo>
                  <a:cubicBezTo>
                    <a:pt x="61" y="70"/>
                    <a:pt x="57" y="75"/>
                    <a:pt x="52" y="75"/>
                  </a:cubicBezTo>
                  <a:cubicBezTo>
                    <a:pt x="48" y="75"/>
                    <a:pt x="45" y="74"/>
                    <a:pt x="43" y="73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1" y="71"/>
                    <a:pt x="40" y="70"/>
                    <a:pt x="39" y="70"/>
                  </a:cubicBezTo>
                  <a:cubicBezTo>
                    <a:pt x="38" y="73"/>
                    <a:pt x="37" y="77"/>
                    <a:pt x="36" y="80"/>
                  </a:cubicBezTo>
                  <a:cubicBezTo>
                    <a:pt x="30" y="92"/>
                    <a:pt x="26" y="104"/>
                    <a:pt x="22" y="118"/>
                  </a:cubicBezTo>
                  <a:cubicBezTo>
                    <a:pt x="20" y="120"/>
                    <a:pt x="19" y="120"/>
                    <a:pt x="17" y="12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 126">
              <a:extLst>
                <a:ext uri="{FF2B5EF4-FFF2-40B4-BE49-F238E27FC236}">
                  <a16:creationId xmlns:a16="http://schemas.microsoft.com/office/drawing/2014/main" id="{685BBD00-00B7-4077-9F17-D734AA509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25" y="1442758"/>
              <a:ext cx="101600" cy="133350"/>
            </a:xfrm>
            <a:custGeom>
              <a:avLst/>
              <a:gdLst>
                <a:gd name="T0" fmla="*/ 4 w 24"/>
                <a:gd name="T1" fmla="*/ 31 h 31"/>
                <a:gd name="T2" fmla="*/ 5 w 24"/>
                <a:gd name="T3" fmla="*/ 22 h 31"/>
                <a:gd name="T4" fmla="*/ 5 w 24"/>
                <a:gd name="T5" fmla="*/ 0 h 31"/>
                <a:gd name="T6" fmla="*/ 7 w 24"/>
                <a:gd name="T7" fmla="*/ 0 h 31"/>
                <a:gd name="T8" fmla="*/ 20 w 24"/>
                <a:gd name="T9" fmla="*/ 13 h 31"/>
                <a:gd name="T10" fmla="*/ 4 w 24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31">
                  <a:moveTo>
                    <a:pt x="4" y="31"/>
                  </a:moveTo>
                  <a:cubicBezTo>
                    <a:pt x="2" y="28"/>
                    <a:pt x="4" y="25"/>
                    <a:pt x="5" y="22"/>
                  </a:cubicBezTo>
                  <a:cubicBezTo>
                    <a:pt x="2" y="14"/>
                    <a:pt x="0" y="7"/>
                    <a:pt x="5" y="0"/>
                  </a:cubicBezTo>
                  <a:cubicBezTo>
                    <a:pt x="6" y="0"/>
                    <a:pt x="7" y="0"/>
                    <a:pt x="7" y="0"/>
                  </a:cubicBezTo>
                  <a:cubicBezTo>
                    <a:pt x="11" y="3"/>
                    <a:pt x="17" y="9"/>
                    <a:pt x="20" y="13"/>
                  </a:cubicBezTo>
                  <a:cubicBezTo>
                    <a:pt x="24" y="24"/>
                    <a:pt x="11" y="28"/>
                    <a:pt x="4" y="3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 127">
              <a:extLst>
                <a:ext uri="{FF2B5EF4-FFF2-40B4-BE49-F238E27FC236}">
                  <a16:creationId xmlns:a16="http://schemas.microsoft.com/office/drawing/2014/main" id="{1577C5FA-C345-4613-987A-E00D65124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425" y="1301471"/>
              <a:ext cx="128588" cy="133350"/>
            </a:xfrm>
            <a:custGeom>
              <a:avLst/>
              <a:gdLst>
                <a:gd name="T0" fmla="*/ 6 w 30"/>
                <a:gd name="T1" fmla="*/ 31 h 31"/>
                <a:gd name="T2" fmla="*/ 4 w 30"/>
                <a:gd name="T3" fmla="*/ 29 h 31"/>
                <a:gd name="T4" fmla="*/ 5 w 30"/>
                <a:gd name="T5" fmla="*/ 24 h 31"/>
                <a:gd name="T6" fmla="*/ 9 w 30"/>
                <a:gd name="T7" fmla="*/ 0 h 31"/>
                <a:gd name="T8" fmla="*/ 13 w 30"/>
                <a:gd name="T9" fmla="*/ 6 h 31"/>
                <a:gd name="T10" fmla="*/ 19 w 30"/>
                <a:gd name="T11" fmla="*/ 26 h 31"/>
                <a:gd name="T12" fmla="*/ 6 w 30"/>
                <a:gd name="T1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31">
                  <a:moveTo>
                    <a:pt x="6" y="31"/>
                  </a:moveTo>
                  <a:cubicBezTo>
                    <a:pt x="4" y="31"/>
                    <a:pt x="4" y="30"/>
                    <a:pt x="4" y="29"/>
                  </a:cubicBezTo>
                  <a:cubicBezTo>
                    <a:pt x="5" y="27"/>
                    <a:pt x="6" y="26"/>
                    <a:pt x="5" y="24"/>
                  </a:cubicBezTo>
                  <a:cubicBezTo>
                    <a:pt x="0" y="16"/>
                    <a:pt x="0" y="4"/>
                    <a:pt x="9" y="0"/>
                  </a:cubicBezTo>
                  <a:cubicBezTo>
                    <a:pt x="12" y="0"/>
                    <a:pt x="12" y="3"/>
                    <a:pt x="13" y="6"/>
                  </a:cubicBezTo>
                  <a:cubicBezTo>
                    <a:pt x="19" y="12"/>
                    <a:pt x="30" y="19"/>
                    <a:pt x="19" y="26"/>
                  </a:cubicBezTo>
                  <a:cubicBezTo>
                    <a:pt x="15" y="28"/>
                    <a:pt x="10" y="30"/>
                    <a:pt x="6" y="3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128">
              <a:extLst>
                <a:ext uri="{FF2B5EF4-FFF2-40B4-BE49-F238E27FC236}">
                  <a16:creationId xmlns:a16="http://schemas.microsoft.com/office/drawing/2014/main" id="{93755A46-3020-4852-8C1D-212C814AD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1460221"/>
              <a:ext cx="73025" cy="107950"/>
            </a:xfrm>
            <a:custGeom>
              <a:avLst/>
              <a:gdLst>
                <a:gd name="T0" fmla="*/ 8 w 17"/>
                <a:gd name="T1" fmla="*/ 25 h 25"/>
                <a:gd name="T2" fmla="*/ 3 w 17"/>
                <a:gd name="T3" fmla="*/ 4 h 25"/>
                <a:gd name="T4" fmla="*/ 17 w 17"/>
                <a:gd name="T5" fmla="*/ 15 h 25"/>
                <a:gd name="T6" fmla="*/ 8 w 17"/>
                <a:gd name="T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5">
                  <a:moveTo>
                    <a:pt x="8" y="25"/>
                  </a:moveTo>
                  <a:cubicBezTo>
                    <a:pt x="0" y="23"/>
                    <a:pt x="1" y="10"/>
                    <a:pt x="3" y="4"/>
                  </a:cubicBezTo>
                  <a:cubicBezTo>
                    <a:pt x="9" y="0"/>
                    <a:pt x="16" y="8"/>
                    <a:pt x="17" y="15"/>
                  </a:cubicBezTo>
                  <a:cubicBezTo>
                    <a:pt x="15" y="23"/>
                    <a:pt x="15" y="24"/>
                    <a:pt x="8" y="2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 129">
              <a:extLst>
                <a:ext uri="{FF2B5EF4-FFF2-40B4-BE49-F238E27FC236}">
                  <a16:creationId xmlns:a16="http://schemas.microsoft.com/office/drawing/2014/main" id="{36662B99-22A0-4719-AFD1-30329327EB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8888" y="1207808"/>
              <a:ext cx="458788" cy="625475"/>
            </a:xfrm>
            <a:custGeom>
              <a:avLst/>
              <a:gdLst>
                <a:gd name="T0" fmla="*/ 57 w 108"/>
                <a:gd name="T1" fmla="*/ 145 h 146"/>
                <a:gd name="T2" fmla="*/ 27 w 108"/>
                <a:gd name="T3" fmla="*/ 139 h 146"/>
                <a:gd name="T4" fmla="*/ 45 w 108"/>
                <a:gd name="T5" fmla="*/ 119 h 146"/>
                <a:gd name="T6" fmla="*/ 0 w 108"/>
                <a:gd name="T7" fmla="*/ 119 h 146"/>
                <a:gd name="T8" fmla="*/ 45 w 108"/>
                <a:gd name="T9" fmla="*/ 100 h 146"/>
                <a:gd name="T10" fmla="*/ 61 w 108"/>
                <a:gd name="T11" fmla="*/ 87 h 146"/>
                <a:gd name="T12" fmla="*/ 73 w 108"/>
                <a:gd name="T13" fmla="*/ 78 h 146"/>
                <a:gd name="T14" fmla="*/ 25 w 108"/>
                <a:gd name="T15" fmla="*/ 96 h 146"/>
                <a:gd name="T16" fmla="*/ 27 w 108"/>
                <a:gd name="T17" fmla="*/ 87 h 146"/>
                <a:gd name="T18" fmla="*/ 59 w 108"/>
                <a:gd name="T19" fmla="*/ 66 h 146"/>
                <a:gd name="T20" fmla="*/ 57 w 108"/>
                <a:gd name="T21" fmla="*/ 63 h 146"/>
                <a:gd name="T22" fmla="*/ 31 w 108"/>
                <a:gd name="T23" fmla="*/ 75 h 146"/>
                <a:gd name="T24" fmla="*/ 22 w 108"/>
                <a:gd name="T25" fmla="*/ 49 h 146"/>
                <a:gd name="T26" fmla="*/ 26 w 108"/>
                <a:gd name="T27" fmla="*/ 35 h 146"/>
                <a:gd name="T28" fmla="*/ 37 w 108"/>
                <a:gd name="T29" fmla="*/ 45 h 146"/>
                <a:gd name="T30" fmla="*/ 48 w 108"/>
                <a:gd name="T31" fmla="*/ 53 h 146"/>
                <a:gd name="T32" fmla="*/ 55 w 108"/>
                <a:gd name="T33" fmla="*/ 44 h 146"/>
                <a:gd name="T34" fmla="*/ 52 w 108"/>
                <a:gd name="T35" fmla="*/ 36 h 146"/>
                <a:gd name="T36" fmla="*/ 67 w 108"/>
                <a:gd name="T37" fmla="*/ 20 h 146"/>
                <a:gd name="T38" fmla="*/ 89 w 108"/>
                <a:gd name="T39" fmla="*/ 16 h 146"/>
                <a:gd name="T40" fmla="*/ 89 w 108"/>
                <a:gd name="T41" fmla="*/ 23 h 146"/>
                <a:gd name="T42" fmla="*/ 106 w 108"/>
                <a:gd name="T43" fmla="*/ 36 h 146"/>
                <a:gd name="T44" fmla="*/ 93 w 108"/>
                <a:gd name="T45" fmla="*/ 62 h 146"/>
                <a:gd name="T46" fmla="*/ 97 w 108"/>
                <a:gd name="T47" fmla="*/ 76 h 146"/>
                <a:gd name="T48" fmla="*/ 63 w 108"/>
                <a:gd name="T49" fmla="*/ 92 h 146"/>
                <a:gd name="T50" fmla="*/ 74 w 108"/>
                <a:gd name="T51" fmla="*/ 96 h 146"/>
                <a:gd name="T52" fmla="*/ 66 w 108"/>
                <a:gd name="T53" fmla="*/ 113 h 146"/>
                <a:gd name="T54" fmla="*/ 58 w 108"/>
                <a:gd name="T55" fmla="*/ 146 h 146"/>
                <a:gd name="T56" fmla="*/ 85 w 108"/>
                <a:gd name="T57" fmla="*/ 42 h 146"/>
                <a:gd name="T58" fmla="*/ 70 w 108"/>
                <a:gd name="T59" fmla="*/ 47 h 146"/>
                <a:gd name="T60" fmla="*/ 70 w 108"/>
                <a:gd name="T61" fmla="*/ 48 h 146"/>
                <a:gd name="T62" fmla="*/ 74 w 108"/>
                <a:gd name="T63" fmla="*/ 47 h 146"/>
                <a:gd name="T64" fmla="*/ 80 w 108"/>
                <a:gd name="T65" fmla="*/ 5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8" h="146">
                  <a:moveTo>
                    <a:pt x="58" y="146"/>
                  </a:moveTo>
                  <a:cubicBezTo>
                    <a:pt x="57" y="145"/>
                    <a:pt x="57" y="145"/>
                    <a:pt x="57" y="145"/>
                  </a:cubicBezTo>
                  <a:cubicBezTo>
                    <a:pt x="47" y="146"/>
                    <a:pt x="37" y="145"/>
                    <a:pt x="27" y="141"/>
                  </a:cubicBezTo>
                  <a:cubicBezTo>
                    <a:pt x="27" y="141"/>
                    <a:pt x="27" y="141"/>
                    <a:pt x="27" y="139"/>
                  </a:cubicBezTo>
                  <a:cubicBezTo>
                    <a:pt x="32" y="136"/>
                    <a:pt x="40" y="137"/>
                    <a:pt x="44" y="131"/>
                  </a:cubicBezTo>
                  <a:cubicBezTo>
                    <a:pt x="45" y="127"/>
                    <a:pt x="45" y="123"/>
                    <a:pt x="45" y="119"/>
                  </a:cubicBezTo>
                  <a:cubicBezTo>
                    <a:pt x="35" y="120"/>
                    <a:pt x="29" y="127"/>
                    <a:pt x="21" y="130"/>
                  </a:cubicBezTo>
                  <a:cubicBezTo>
                    <a:pt x="14" y="131"/>
                    <a:pt x="2" y="124"/>
                    <a:pt x="0" y="119"/>
                  </a:cubicBezTo>
                  <a:cubicBezTo>
                    <a:pt x="0" y="110"/>
                    <a:pt x="2" y="114"/>
                    <a:pt x="11" y="113"/>
                  </a:cubicBezTo>
                  <a:cubicBezTo>
                    <a:pt x="23" y="111"/>
                    <a:pt x="34" y="105"/>
                    <a:pt x="45" y="100"/>
                  </a:cubicBezTo>
                  <a:cubicBezTo>
                    <a:pt x="47" y="98"/>
                    <a:pt x="47" y="98"/>
                    <a:pt x="49" y="97"/>
                  </a:cubicBezTo>
                  <a:cubicBezTo>
                    <a:pt x="51" y="90"/>
                    <a:pt x="53" y="89"/>
                    <a:pt x="61" y="87"/>
                  </a:cubicBezTo>
                  <a:cubicBezTo>
                    <a:pt x="64" y="86"/>
                    <a:pt x="64" y="86"/>
                    <a:pt x="72" y="80"/>
                  </a:cubicBezTo>
                  <a:cubicBezTo>
                    <a:pt x="73" y="80"/>
                    <a:pt x="73" y="79"/>
                    <a:pt x="73" y="78"/>
                  </a:cubicBezTo>
                  <a:cubicBezTo>
                    <a:pt x="60" y="79"/>
                    <a:pt x="49" y="90"/>
                    <a:pt x="38" y="97"/>
                  </a:cubicBezTo>
                  <a:cubicBezTo>
                    <a:pt x="33" y="99"/>
                    <a:pt x="29" y="98"/>
                    <a:pt x="25" y="96"/>
                  </a:cubicBezTo>
                  <a:cubicBezTo>
                    <a:pt x="23" y="97"/>
                    <a:pt x="10" y="99"/>
                    <a:pt x="16" y="94"/>
                  </a:cubicBezTo>
                  <a:cubicBezTo>
                    <a:pt x="20" y="92"/>
                    <a:pt x="23" y="89"/>
                    <a:pt x="27" y="87"/>
                  </a:cubicBezTo>
                  <a:cubicBezTo>
                    <a:pt x="37" y="81"/>
                    <a:pt x="49" y="75"/>
                    <a:pt x="60" y="69"/>
                  </a:cubicBezTo>
                  <a:cubicBezTo>
                    <a:pt x="60" y="67"/>
                    <a:pt x="59" y="66"/>
                    <a:pt x="59" y="66"/>
                  </a:cubicBezTo>
                  <a:cubicBezTo>
                    <a:pt x="59" y="63"/>
                    <a:pt x="59" y="62"/>
                    <a:pt x="60" y="60"/>
                  </a:cubicBezTo>
                  <a:cubicBezTo>
                    <a:pt x="58" y="61"/>
                    <a:pt x="57" y="61"/>
                    <a:pt x="57" y="63"/>
                  </a:cubicBezTo>
                  <a:cubicBezTo>
                    <a:pt x="50" y="65"/>
                    <a:pt x="48" y="71"/>
                    <a:pt x="42" y="65"/>
                  </a:cubicBezTo>
                  <a:cubicBezTo>
                    <a:pt x="41" y="71"/>
                    <a:pt x="37" y="75"/>
                    <a:pt x="31" y="75"/>
                  </a:cubicBezTo>
                  <a:cubicBezTo>
                    <a:pt x="25" y="72"/>
                    <a:pt x="25" y="62"/>
                    <a:pt x="24" y="58"/>
                  </a:cubicBezTo>
                  <a:cubicBezTo>
                    <a:pt x="24" y="57"/>
                    <a:pt x="23" y="54"/>
                    <a:pt x="22" y="49"/>
                  </a:cubicBezTo>
                  <a:cubicBezTo>
                    <a:pt x="19" y="44"/>
                    <a:pt x="14" y="38"/>
                    <a:pt x="17" y="33"/>
                  </a:cubicBezTo>
                  <a:cubicBezTo>
                    <a:pt x="21" y="31"/>
                    <a:pt x="23" y="30"/>
                    <a:pt x="26" y="35"/>
                  </a:cubicBezTo>
                  <a:cubicBezTo>
                    <a:pt x="29" y="38"/>
                    <a:pt x="33" y="41"/>
                    <a:pt x="36" y="45"/>
                  </a:cubicBezTo>
                  <a:cubicBezTo>
                    <a:pt x="36" y="45"/>
                    <a:pt x="37" y="45"/>
                    <a:pt x="37" y="45"/>
                  </a:cubicBezTo>
                  <a:cubicBezTo>
                    <a:pt x="39" y="50"/>
                    <a:pt x="43" y="56"/>
                    <a:pt x="43" y="62"/>
                  </a:cubicBezTo>
                  <a:cubicBezTo>
                    <a:pt x="46" y="60"/>
                    <a:pt x="50" y="57"/>
                    <a:pt x="48" y="53"/>
                  </a:cubicBezTo>
                  <a:cubicBezTo>
                    <a:pt x="43" y="50"/>
                    <a:pt x="46" y="46"/>
                    <a:pt x="49" y="44"/>
                  </a:cubicBezTo>
                  <a:cubicBezTo>
                    <a:pt x="52" y="44"/>
                    <a:pt x="52" y="44"/>
                    <a:pt x="55" y="44"/>
                  </a:cubicBezTo>
                  <a:cubicBezTo>
                    <a:pt x="55" y="43"/>
                    <a:pt x="55" y="43"/>
                    <a:pt x="54" y="42"/>
                  </a:cubicBezTo>
                  <a:cubicBezTo>
                    <a:pt x="50" y="41"/>
                    <a:pt x="51" y="40"/>
                    <a:pt x="52" y="36"/>
                  </a:cubicBezTo>
                  <a:cubicBezTo>
                    <a:pt x="47" y="34"/>
                    <a:pt x="45" y="29"/>
                    <a:pt x="47" y="26"/>
                  </a:cubicBezTo>
                  <a:cubicBezTo>
                    <a:pt x="61" y="22"/>
                    <a:pt x="61" y="22"/>
                    <a:pt x="67" y="20"/>
                  </a:cubicBezTo>
                  <a:cubicBezTo>
                    <a:pt x="72" y="15"/>
                    <a:pt x="77" y="0"/>
                    <a:pt x="85" y="3"/>
                  </a:cubicBezTo>
                  <a:cubicBezTo>
                    <a:pt x="88" y="6"/>
                    <a:pt x="90" y="11"/>
                    <a:pt x="89" y="16"/>
                  </a:cubicBezTo>
                  <a:cubicBezTo>
                    <a:pt x="88" y="18"/>
                    <a:pt x="86" y="20"/>
                    <a:pt x="86" y="23"/>
                  </a:cubicBezTo>
                  <a:cubicBezTo>
                    <a:pt x="87" y="23"/>
                    <a:pt x="88" y="23"/>
                    <a:pt x="89" y="23"/>
                  </a:cubicBezTo>
                  <a:cubicBezTo>
                    <a:pt x="94" y="20"/>
                    <a:pt x="97" y="16"/>
                    <a:pt x="101" y="25"/>
                  </a:cubicBezTo>
                  <a:cubicBezTo>
                    <a:pt x="106" y="28"/>
                    <a:pt x="108" y="27"/>
                    <a:pt x="106" y="36"/>
                  </a:cubicBezTo>
                  <a:cubicBezTo>
                    <a:pt x="102" y="44"/>
                    <a:pt x="98" y="53"/>
                    <a:pt x="93" y="61"/>
                  </a:cubicBezTo>
                  <a:cubicBezTo>
                    <a:pt x="93" y="61"/>
                    <a:pt x="93" y="62"/>
                    <a:pt x="93" y="62"/>
                  </a:cubicBezTo>
                  <a:cubicBezTo>
                    <a:pt x="94" y="62"/>
                    <a:pt x="95" y="63"/>
                    <a:pt x="96" y="63"/>
                  </a:cubicBezTo>
                  <a:cubicBezTo>
                    <a:pt x="97" y="67"/>
                    <a:pt x="97" y="71"/>
                    <a:pt x="97" y="76"/>
                  </a:cubicBezTo>
                  <a:cubicBezTo>
                    <a:pt x="93" y="81"/>
                    <a:pt x="89" y="81"/>
                    <a:pt x="83" y="82"/>
                  </a:cubicBezTo>
                  <a:cubicBezTo>
                    <a:pt x="76" y="85"/>
                    <a:pt x="70" y="88"/>
                    <a:pt x="63" y="92"/>
                  </a:cubicBezTo>
                  <a:cubicBezTo>
                    <a:pt x="63" y="94"/>
                    <a:pt x="63" y="95"/>
                    <a:pt x="63" y="97"/>
                  </a:cubicBezTo>
                  <a:cubicBezTo>
                    <a:pt x="67" y="96"/>
                    <a:pt x="70" y="96"/>
                    <a:pt x="74" y="96"/>
                  </a:cubicBezTo>
                  <a:cubicBezTo>
                    <a:pt x="77" y="99"/>
                    <a:pt x="77" y="106"/>
                    <a:pt x="75" y="110"/>
                  </a:cubicBezTo>
                  <a:cubicBezTo>
                    <a:pt x="71" y="111"/>
                    <a:pt x="69" y="111"/>
                    <a:pt x="66" y="113"/>
                  </a:cubicBezTo>
                  <a:cubicBezTo>
                    <a:pt x="65" y="115"/>
                    <a:pt x="65" y="116"/>
                    <a:pt x="64" y="118"/>
                  </a:cubicBezTo>
                  <a:cubicBezTo>
                    <a:pt x="65" y="126"/>
                    <a:pt x="69" y="144"/>
                    <a:pt x="58" y="146"/>
                  </a:cubicBezTo>
                  <a:moveTo>
                    <a:pt x="80" y="54"/>
                  </a:moveTo>
                  <a:cubicBezTo>
                    <a:pt x="83" y="50"/>
                    <a:pt x="85" y="47"/>
                    <a:pt x="85" y="42"/>
                  </a:cubicBezTo>
                  <a:cubicBezTo>
                    <a:pt x="82" y="40"/>
                    <a:pt x="77" y="39"/>
                    <a:pt x="74" y="40"/>
                  </a:cubicBezTo>
                  <a:cubicBezTo>
                    <a:pt x="74" y="41"/>
                    <a:pt x="74" y="41"/>
                    <a:pt x="70" y="47"/>
                  </a:cubicBezTo>
                  <a:cubicBezTo>
                    <a:pt x="71" y="47"/>
                    <a:pt x="71" y="48"/>
                    <a:pt x="71" y="48"/>
                  </a:cubicBezTo>
                  <a:cubicBezTo>
                    <a:pt x="71" y="48"/>
                    <a:pt x="71" y="48"/>
                    <a:pt x="70" y="48"/>
                  </a:cubicBezTo>
                  <a:cubicBezTo>
                    <a:pt x="70" y="48"/>
                    <a:pt x="70" y="49"/>
                    <a:pt x="71" y="49"/>
                  </a:cubicBezTo>
                  <a:cubicBezTo>
                    <a:pt x="72" y="49"/>
                    <a:pt x="73" y="48"/>
                    <a:pt x="74" y="47"/>
                  </a:cubicBezTo>
                  <a:cubicBezTo>
                    <a:pt x="79" y="46"/>
                    <a:pt x="79" y="48"/>
                    <a:pt x="79" y="54"/>
                  </a:cubicBezTo>
                  <a:cubicBezTo>
                    <a:pt x="79" y="54"/>
                    <a:pt x="79" y="54"/>
                    <a:pt x="80" y="5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 130">
              <a:extLst>
                <a:ext uri="{FF2B5EF4-FFF2-40B4-BE49-F238E27FC236}">
                  <a16:creationId xmlns:a16="http://schemas.microsoft.com/office/drawing/2014/main" id="{26AA9317-59AD-407E-A29B-C1271081C1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30575" y="1220508"/>
              <a:ext cx="938213" cy="947738"/>
            </a:xfrm>
            <a:custGeom>
              <a:avLst/>
              <a:gdLst>
                <a:gd name="T0" fmla="*/ 110 w 221"/>
                <a:gd name="T1" fmla="*/ 0 h 221"/>
                <a:gd name="T2" fmla="*/ 221 w 221"/>
                <a:gd name="T3" fmla="*/ 110 h 221"/>
                <a:gd name="T4" fmla="*/ 110 w 221"/>
                <a:gd name="T5" fmla="*/ 221 h 221"/>
                <a:gd name="T6" fmla="*/ 0 w 221"/>
                <a:gd name="T7" fmla="*/ 110 h 221"/>
                <a:gd name="T8" fmla="*/ 110 w 221"/>
                <a:gd name="T9" fmla="*/ 0 h 221"/>
                <a:gd name="T10" fmla="*/ 110 w 221"/>
                <a:gd name="T11" fmla="*/ 4 h 221"/>
                <a:gd name="T12" fmla="*/ 4 w 221"/>
                <a:gd name="T13" fmla="*/ 110 h 221"/>
                <a:gd name="T14" fmla="*/ 110 w 221"/>
                <a:gd name="T15" fmla="*/ 217 h 221"/>
                <a:gd name="T16" fmla="*/ 217 w 221"/>
                <a:gd name="T17" fmla="*/ 110 h 221"/>
                <a:gd name="T18" fmla="*/ 110 w 221"/>
                <a:gd name="T19" fmla="*/ 4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221">
                  <a:moveTo>
                    <a:pt x="110" y="0"/>
                  </a:moveTo>
                  <a:cubicBezTo>
                    <a:pt x="172" y="0"/>
                    <a:pt x="221" y="49"/>
                    <a:pt x="221" y="110"/>
                  </a:cubicBezTo>
                  <a:cubicBezTo>
                    <a:pt x="221" y="172"/>
                    <a:pt x="172" y="221"/>
                    <a:pt x="110" y="221"/>
                  </a:cubicBezTo>
                  <a:cubicBezTo>
                    <a:pt x="49" y="221"/>
                    <a:pt x="0" y="172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moveTo>
                    <a:pt x="110" y="4"/>
                  </a:moveTo>
                  <a:cubicBezTo>
                    <a:pt x="52" y="4"/>
                    <a:pt x="4" y="52"/>
                    <a:pt x="4" y="110"/>
                  </a:cubicBezTo>
                  <a:cubicBezTo>
                    <a:pt x="4" y="169"/>
                    <a:pt x="52" y="217"/>
                    <a:pt x="110" y="217"/>
                  </a:cubicBezTo>
                  <a:cubicBezTo>
                    <a:pt x="169" y="217"/>
                    <a:pt x="217" y="169"/>
                    <a:pt x="217" y="110"/>
                  </a:cubicBezTo>
                  <a:cubicBezTo>
                    <a:pt x="217" y="52"/>
                    <a:pt x="169" y="4"/>
                    <a:pt x="110" y="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 131">
              <a:extLst>
                <a:ext uri="{FF2B5EF4-FFF2-40B4-BE49-F238E27FC236}">
                  <a16:creationId xmlns:a16="http://schemas.microsoft.com/office/drawing/2014/main" id="{45044CD2-038C-40FC-8465-AB941AE1E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538" y="1430058"/>
              <a:ext cx="522288" cy="468313"/>
            </a:xfrm>
            <a:custGeom>
              <a:avLst/>
              <a:gdLst>
                <a:gd name="T0" fmla="*/ 23 w 123"/>
                <a:gd name="T1" fmla="*/ 109 h 109"/>
                <a:gd name="T2" fmla="*/ 6 w 123"/>
                <a:gd name="T3" fmla="*/ 88 h 109"/>
                <a:gd name="T4" fmla="*/ 0 w 123"/>
                <a:gd name="T5" fmla="*/ 61 h 109"/>
                <a:gd name="T6" fmla="*/ 61 w 123"/>
                <a:gd name="T7" fmla="*/ 0 h 109"/>
                <a:gd name="T8" fmla="*/ 123 w 123"/>
                <a:gd name="T9" fmla="*/ 61 h 109"/>
                <a:gd name="T10" fmla="*/ 117 w 123"/>
                <a:gd name="T11" fmla="*/ 88 h 109"/>
                <a:gd name="T12" fmla="*/ 100 w 123"/>
                <a:gd name="T13" fmla="*/ 109 h 109"/>
                <a:gd name="T14" fmla="*/ 99 w 123"/>
                <a:gd name="T15" fmla="*/ 107 h 109"/>
                <a:gd name="T16" fmla="*/ 115 w 123"/>
                <a:gd name="T17" fmla="*/ 87 h 109"/>
                <a:gd name="T18" fmla="*/ 121 w 123"/>
                <a:gd name="T19" fmla="*/ 61 h 109"/>
                <a:gd name="T20" fmla="*/ 61 w 123"/>
                <a:gd name="T21" fmla="*/ 2 h 109"/>
                <a:gd name="T22" fmla="*/ 2 w 123"/>
                <a:gd name="T23" fmla="*/ 61 h 109"/>
                <a:gd name="T24" fmla="*/ 8 w 123"/>
                <a:gd name="T25" fmla="*/ 87 h 109"/>
                <a:gd name="T26" fmla="*/ 24 w 123"/>
                <a:gd name="T27" fmla="*/ 107 h 109"/>
                <a:gd name="T28" fmla="*/ 23 w 123"/>
                <a:gd name="T2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3" h="109">
                  <a:moveTo>
                    <a:pt x="23" y="109"/>
                  </a:moveTo>
                  <a:cubicBezTo>
                    <a:pt x="16" y="103"/>
                    <a:pt x="10" y="96"/>
                    <a:pt x="6" y="88"/>
                  </a:cubicBezTo>
                  <a:cubicBezTo>
                    <a:pt x="2" y="80"/>
                    <a:pt x="0" y="71"/>
                    <a:pt x="0" y="61"/>
                  </a:cubicBezTo>
                  <a:cubicBezTo>
                    <a:pt x="0" y="28"/>
                    <a:pt x="28" y="0"/>
                    <a:pt x="61" y="0"/>
                  </a:cubicBezTo>
                  <a:cubicBezTo>
                    <a:pt x="95" y="0"/>
                    <a:pt x="123" y="28"/>
                    <a:pt x="123" y="61"/>
                  </a:cubicBezTo>
                  <a:cubicBezTo>
                    <a:pt x="123" y="71"/>
                    <a:pt x="121" y="80"/>
                    <a:pt x="117" y="88"/>
                  </a:cubicBezTo>
                  <a:cubicBezTo>
                    <a:pt x="113" y="96"/>
                    <a:pt x="107" y="103"/>
                    <a:pt x="100" y="109"/>
                  </a:cubicBezTo>
                  <a:cubicBezTo>
                    <a:pt x="99" y="107"/>
                    <a:pt x="99" y="107"/>
                    <a:pt x="99" y="107"/>
                  </a:cubicBezTo>
                  <a:cubicBezTo>
                    <a:pt x="106" y="102"/>
                    <a:pt x="111" y="95"/>
                    <a:pt x="115" y="87"/>
                  </a:cubicBezTo>
                  <a:cubicBezTo>
                    <a:pt x="119" y="79"/>
                    <a:pt x="121" y="70"/>
                    <a:pt x="121" y="61"/>
                  </a:cubicBezTo>
                  <a:cubicBezTo>
                    <a:pt x="121" y="29"/>
                    <a:pt x="94" y="2"/>
                    <a:pt x="61" y="2"/>
                  </a:cubicBezTo>
                  <a:cubicBezTo>
                    <a:pt x="29" y="2"/>
                    <a:pt x="2" y="29"/>
                    <a:pt x="2" y="61"/>
                  </a:cubicBezTo>
                  <a:cubicBezTo>
                    <a:pt x="2" y="70"/>
                    <a:pt x="4" y="79"/>
                    <a:pt x="8" y="87"/>
                  </a:cubicBezTo>
                  <a:cubicBezTo>
                    <a:pt x="12" y="95"/>
                    <a:pt x="17" y="102"/>
                    <a:pt x="24" y="107"/>
                  </a:cubicBezTo>
                  <a:lnTo>
                    <a:pt x="23" y="1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 132">
              <a:extLst>
                <a:ext uri="{FF2B5EF4-FFF2-40B4-BE49-F238E27FC236}">
                  <a16:creationId xmlns:a16="http://schemas.microsoft.com/office/drawing/2014/main" id="{F67C08E1-47A4-41C8-8226-368E4CD5A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613" y="1777721"/>
              <a:ext cx="106363" cy="77788"/>
            </a:xfrm>
            <a:custGeom>
              <a:avLst/>
              <a:gdLst>
                <a:gd name="T0" fmla="*/ 13 w 67"/>
                <a:gd name="T1" fmla="*/ 49 h 49"/>
                <a:gd name="T2" fmla="*/ 0 w 67"/>
                <a:gd name="T3" fmla="*/ 17 h 49"/>
                <a:gd name="T4" fmla="*/ 8 w 67"/>
                <a:gd name="T5" fmla="*/ 17 h 49"/>
                <a:gd name="T6" fmla="*/ 59 w 67"/>
                <a:gd name="T7" fmla="*/ 22 h 49"/>
                <a:gd name="T8" fmla="*/ 51 w 67"/>
                <a:gd name="T9" fmla="*/ 3 h 49"/>
                <a:gd name="T10" fmla="*/ 56 w 67"/>
                <a:gd name="T11" fmla="*/ 0 h 49"/>
                <a:gd name="T12" fmla="*/ 67 w 67"/>
                <a:gd name="T13" fmla="*/ 27 h 49"/>
                <a:gd name="T14" fmla="*/ 62 w 67"/>
                <a:gd name="T15" fmla="*/ 30 h 49"/>
                <a:gd name="T16" fmla="*/ 11 w 67"/>
                <a:gd name="T17" fmla="*/ 22 h 49"/>
                <a:gd name="T18" fmla="*/ 19 w 67"/>
                <a:gd name="T19" fmla="*/ 46 h 49"/>
                <a:gd name="T20" fmla="*/ 13 w 67"/>
                <a:gd name="T2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49">
                  <a:moveTo>
                    <a:pt x="13" y="49"/>
                  </a:moveTo>
                  <a:lnTo>
                    <a:pt x="0" y="17"/>
                  </a:lnTo>
                  <a:lnTo>
                    <a:pt x="8" y="17"/>
                  </a:lnTo>
                  <a:lnTo>
                    <a:pt x="59" y="22"/>
                  </a:lnTo>
                  <a:lnTo>
                    <a:pt x="51" y="3"/>
                  </a:lnTo>
                  <a:lnTo>
                    <a:pt x="56" y="0"/>
                  </a:lnTo>
                  <a:lnTo>
                    <a:pt x="67" y="27"/>
                  </a:lnTo>
                  <a:lnTo>
                    <a:pt x="62" y="30"/>
                  </a:lnTo>
                  <a:lnTo>
                    <a:pt x="11" y="22"/>
                  </a:lnTo>
                  <a:lnTo>
                    <a:pt x="19" y="46"/>
                  </a:lnTo>
                  <a:lnTo>
                    <a:pt x="13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 133">
              <a:extLst>
                <a:ext uri="{FF2B5EF4-FFF2-40B4-BE49-F238E27FC236}">
                  <a16:creationId xmlns:a16="http://schemas.microsoft.com/office/drawing/2014/main" id="{36D89BDD-0565-408F-ADC0-8C70DF86E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775" y="1833283"/>
              <a:ext cx="101600" cy="87313"/>
            </a:xfrm>
            <a:custGeom>
              <a:avLst/>
              <a:gdLst>
                <a:gd name="T0" fmla="*/ 13 w 64"/>
                <a:gd name="T1" fmla="*/ 55 h 55"/>
                <a:gd name="T2" fmla="*/ 10 w 64"/>
                <a:gd name="T3" fmla="*/ 49 h 55"/>
                <a:gd name="T4" fmla="*/ 35 w 64"/>
                <a:gd name="T5" fmla="*/ 36 h 55"/>
                <a:gd name="T6" fmla="*/ 27 w 64"/>
                <a:gd name="T7" fmla="*/ 19 h 55"/>
                <a:gd name="T8" fmla="*/ 2 w 64"/>
                <a:gd name="T9" fmla="*/ 33 h 55"/>
                <a:gd name="T10" fmla="*/ 0 w 64"/>
                <a:gd name="T11" fmla="*/ 27 h 55"/>
                <a:gd name="T12" fmla="*/ 51 w 64"/>
                <a:gd name="T13" fmla="*/ 0 h 55"/>
                <a:gd name="T14" fmla="*/ 53 w 64"/>
                <a:gd name="T15" fmla="*/ 6 h 55"/>
                <a:gd name="T16" fmla="*/ 32 w 64"/>
                <a:gd name="T17" fmla="*/ 17 h 55"/>
                <a:gd name="T18" fmla="*/ 40 w 64"/>
                <a:gd name="T19" fmla="*/ 33 h 55"/>
                <a:gd name="T20" fmla="*/ 61 w 64"/>
                <a:gd name="T21" fmla="*/ 22 h 55"/>
                <a:gd name="T22" fmla="*/ 64 w 64"/>
                <a:gd name="T23" fmla="*/ 27 h 55"/>
                <a:gd name="T24" fmla="*/ 13 w 64"/>
                <a:gd name="T25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55">
                  <a:moveTo>
                    <a:pt x="13" y="55"/>
                  </a:moveTo>
                  <a:lnTo>
                    <a:pt x="10" y="49"/>
                  </a:lnTo>
                  <a:lnTo>
                    <a:pt x="35" y="36"/>
                  </a:lnTo>
                  <a:lnTo>
                    <a:pt x="27" y="19"/>
                  </a:lnTo>
                  <a:lnTo>
                    <a:pt x="2" y="33"/>
                  </a:lnTo>
                  <a:lnTo>
                    <a:pt x="0" y="27"/>
                  </a:lnTo>
                  <a:lnTo>
                    <a:pt x="51" y="0"/>
                  </a:lnTo>
                  <a:lnTo>
                    <a:pt x="53" y="6"/>
                  </a:lnTo>
                  <a:lnTo>
                    <a:pt x="32" y="17"/>
                  </a:lnTo>
                  <a:lnTo>
                    <a:pt x="40" y="33"/>
                  </a:lnTo>
                  <a:lnTo>
                    <a:pt x="61" y="22"/>
                  </a:lnTo>
                  <a:lnTo>
                    <a:pt x="64" y="27"/>
                  </a:lnTo>
                  <a:lnTo>
                    <a:pt x="13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 134">
              <a:extLst>
                <a:ext uri="{FF2B5EF4-FFF2-40B4-BE49-F238E27FC236}">
                  <a16:creationId xmlns:a16="http://schemas.microsoft.com/office/drawing/2014/main" id="{07E5BDFA-3FC3-4636-A1F1-75DE40E5D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350" y="1880908"/>
              <a:ext cx="106363" cy="90488"/>
            </a:xfrm>
            <a:custGeom>
              <a:avLst/>
              <a:gdLst>
                <a:gd name="T0" fmla="*/ 19 w 67"/>
                <a:gd name="T1" fmla="*/ 57 h 57"/>
                <a:gd name="T2" fmla="*/ 0 w 67"/>
                <a:gd name="T3" fmla="*/ 30 h 57"/>
                <a:gd name="T4" fmla="*/ 49 w 67"/>
                <a:gd name="T5" fmla="*/ 0 h 57"/>
                <a:gd name="T6" fmla="*/ 67 w 67"/>
                <a:gd name="T7" fmla="*/ 25 h 57"/>
                <a:gd name="T8" fmla="*/ 62 w 67"/>
                <a:gd name="T9" fmla="*/ 30 h 57"/>
                <a:gd name="T10" fmla="*/ 49 w 67"/>
                <a:gd name="T11" fmla="*/ 11 h 57"/>
                <a:gd name="T12" fmla="*/ 33 w 67"/>
                <a:gd name="T13" fmla="*/ 19 h 57"/>
                <a:gd name="T14" fmla="*/ 46 w 67"/>
                <a:gd name="T15" fmla="*/ 35 h 57"/>
                <a:gd name="T16" fmla="*/ 41 w 67"/>
                <a:gd name="T17" fmla="*/ 41 h 57"/>
                <a:gd name="T18" fmla="*/ 27 w 67"/>
                <a:gd name="T19" fmla="*/ 22 h 57"/>
                <a:gd name="T20" fmla="*/ 11 w 67"/>
                <a:gd name="T21" fmla="*/ 33 h 57"/>
                <a:gd name="T22" fmla="*/ 25 w 67"/>
                <a:gd name="T23" fmla="*/ 54 h 57"/>
                <a:gd name="T24" fmla="*/ 19 w 67"/>
                <a:gd name="T2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57">
                  <a:moveTo>
                    <a:pt x="19" y="57"/>
                  </a:moveTo>
                  <a:lnTo>
                    <a:pt x="0" y="30"/>
                  </a:lnTo>
                  <a:lnTo>
                    <a:pt x="49" y="0"/>
                  </a:lnTo>
                  <a:lnTo>
                    <a:pt x="67" y="25"/>
                  </a:lnTo>
                  <a:lnTo>
                    <a:pt x="62" y="30"/>
                  </a:lnTo>
                  <a:lnTo>
                    <a:pt x="49" y="11"/>
                  </a:lnTo>
                  <a:lnTo>
                    <a:pt x="33" y="19"/>
                  </a:lnTo>
                  <a:lnTo>
                    <a:pt x="46" y="35"/>
                  </a:lnTo>
                  <a:lnTo>
                    <a:pt x="41" y="41"/>
                  </a:lnTo>
                  <a:lnTo>
                    <a:pt x="27" y="22"/>
                  </a:lnTo>
                  <a:lnTo>
                    <a:pt x="11" y="33"/>
                  </a:lnTo>
                  <a:lnTo>
                    <a:pt x="25" y="54"/>
                  </a:lnTo>
                  <a:lnTo>
                    <a:pt x="19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 135">
              <a:extLst>
                <a:ext uri="{FF2B5EF4-FFF2-40B4-BE49-F238E27FC236}">
                  <a16:creationId xmlns:a16="http://schemas.microsoft.com/office/drawing/2014/main" id="{3388D102-506B-4722-B625-2852D882E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075" y="1958696"/>
              <a:ext cx="68263" cy="77788"/>
            </a:xfrm>
            <a:custGeom>
              <a:avLst/>
              <a:gdLst>
                <a:gd name="T0" fmla="*/ 5 w 43"/>
                <a:gd name="T1" fmla="*/ 49 h 49"/>
                <a:gd name="T2" fmla="*/ 0 w 43"/>
                <a:gd name="T3" fmla="*/ 43 h 49"/>
                <a:gd name="T4" fmla="*/ 35 w 43"/>
                <a:gd name="T5" fmla="*/ 0 h 49"/>
                <a:gd name="T6" fmla="*/ 43 w 43"/>
                <a:gd name="T7" fmla="*/ 5 h 49"/>
                <a:gd name="T8" fmla="*/ 5 w 43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9">
                  <a:moveTo>
                    <a:pt x="5" y="49"/>
                  </a:moveTo>
                  <a:lnTo>
                    <a:pt x="0" y="43"/>
                  </a:lnTo>
                  <a:lnTo>
                    <a:pt x="35" y="0"/>
                  </a:lnTo>
                  <a:lnTo>
                    <a:pt x="43" y="5"/>
                  </a:lnTo>
                  <a:lnTo>
                    <a:pt x="5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 136">
              <a:extLst>
                <a:ext uri="{FF2B5EF4-FFF2-40B4-BE49-F238E27FC236}">
                  <a16:creationId xmlns:a16="http://schemas.microsoft.com/office/drawing/2014/main" id="{40228B15-AC5E-4F3C-9B08-63C367D51A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41713" y="1979333"/>
              <a:ext cx="80963" cy="95250"/>
            </a:xfrm>
            <a:custGeom>
              <a:avLst/>
              <a:gdLst>
                <a:gd name="T0" fmla="*/ 22 w 51"/>
                <a:gd name="T1" fmla="*/ 54 h 60"/>
                <a:gd name="T2" fmla="*/ 27 w 51"/>
                <a:gd name="T3" fmla="*/ 38 h 60"/>
                <a:gd name="T4" fmla="*/ 19 w 51"/>
                <a:gd name="T5" fmla="*/ 33 h 60"/>
                <a:gd name="T6" fmla="*/ 6 w 51"/>
                <a:gd name="T7" fmla="*/ 46 h 60"/>
                <a:gd name="T8" fmla="*/ 0 w 51"/>
                <a:gd name="T9" fmla="*/ 41 h 60"/>
                <a:gd name="T10" fmla="*/ 40 w 51"/>
                <a:gd name="T11" fmla="*/ 0 h 60"/>
                <a:gd name="T12" fmla="*/ 51 w 51"/>
                <a:gd name="T13" fmla="*/ 6 h 60"/>
                <a:gd name="T14" fmla="*/ 27 w 51"/>
                <a:gd name="T15" fmla="*/ 60 h 60"/>
                <a:gd name="T16" fmla="*/ 22 w 51"/>
                <a:gd name="T17" fmla="*/ 54 h 60"/>
                <a:gd name="T18" fmla="*/ 32 w 51"/>
                <a:gd name="T19" fmla="*/ 33 h 60"/>
                <a:gd name="T20" fmla="*/ 40 w 51"/>
                <a:gd name="T21" fmla="*/ 11 h 60"/>
                <a:gd name="T22" fmla="*/ 40 w 51"/>
                <a:gd name="T23" fmla="*/ 11 h 60"/>
                <a:gd name="T24" fmla="*/ 24 w 51"/>
                <a:gd name="T25" fmla="*/ 27 h 60"/>
                <a:gd name="T26" fmla="*/ 32 w 51"/>
                <a:gd name="T27" fmla="*/ 3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60">
                  <a:moveTo>
                    <a:pt x="22" y="54"/>
                  </a:moveTo>
                  <a:lnTo>
                    <a:pt x="27" y="38"/>
                  </a:lnTo>
                  <a:lnTo>
                    <a:pt x="19" y="33"/>
                  </a:lnTo>
                  <a:lnTo>
                    <a:pt x="6" y="46"/>
                  </a:lnTo>
                  <a:lnTo>
                    <a:pt x="0" y="41"/>
                  </a:lnTo>
                  <a:lnTo>
                    <a:pt x="40" y="0"/>
                  </a:lnTo>
                  <a:lnTo>
                    <a:pt x="51" y="6"/>
                  </a:lnTo>
                  <a:lnTo>
                    <a:pt x="27" y="60"/>
                  </a:lnTo>
                  <a:lnTo>
                    <a:pt x="22" y="54"/>
                  </a:lnTo>
                  <a:close/>
                  <a:moveTo>
                    <a:pt x="32" y="33"/>
                  </a:moveTo>
                  <a:lnTo>
                    <a:pt x="40" y="11"/>
                  </a:lnTo>
                  <a:lnTo>
                    <a:pt x="40" y="11"/>
                  </a:lnTo>
                  <a:lnTo>
                    <a:pt x="24" y="27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 137">
              <a:extLst>
                <a:ext uri="{FF2B5EF4-FFF2-40B4-BE49-F238E27FC236}">
                  <a16:creationId xmlns:a16="http://schemas.microsoft.com/office/drawing/2014/main" id="{2A71463C-5B09-4F77-82C1-90ECFF7CF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275" y="1992033"/>
              <a:ext cx="85725" cy="107950"/>
            </a:xfrm>
            <a:custGeom>
              <a:avLst/>
              <a:gdLst>
                <a:gd name="T0" fmla="*/ 27 w 54"/>
                <a:gd name="T1" fmla="*/ 68 h 68"/>
                <a:gd name="T2" fmla="*/ 19 w 54"/>
                <a:gd name="T3" fmla="*/ 63 h 68"/>
                <a:gd name="T4" fmla="*/ 24 w 54"/>
                <a:gd name="T5" fmla="*/ 22 h 68"/>
                <a:gd name="T6" fmla="*/ 8 w 54"/>
                <a:gd name="T7" fmla="*/ 57 h 68"/>
                <a:gd name="T8" fmla="*/ 0 w 54"/>
                <a:gd name="T9" fmla="*/ 55 h 68"/>
                <a:gd name="T10" fmla="*/ 27 w 54"/>
                <a:gd name="T11" fmla="*/ 0 h 68"/>
                <a:gd name="T12" fmla="*/ 32 w 54"/>
                <a:gd name="T13" fmla="*/ 6 h 68"/>
                <a:gd name="T14" fmla="*/ 30 w 54"/>
                <a:gd name="T15" fmla="*/ 44 h 68"/>
                <a:gd name="T16" fmla="*/ 48 w 54"/>
                <a:gd name="T17" fmla="*/ 11 h 68"/>
                <a:gd name="T18" fmla="*/ 54 w 54"/>
                <a:gd name="T19" fmla="*/ 14 h 68"/>
                <a:gd name="T20" fmla="*/ 27 w 54"/>
                <a:gd name="T21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8">
                  <a:moveTo>
                    <a:pt x="27" y="68"/>
                  </a:moveTo>
                  <a:lnTo>
                    <a:pt x="19" y="63"/>
                  </a:lnTo>
                  <a:lnTo>
                    <a:pt x="24" y="22"/>
                  </a:lnTo>
                  <a:lnTo>
                    <a:pt x="8" y="57"/>
                  </a:lnTo>
                  <a:lnTo>
                    <a:pt x="0" y="55"/>
                  </a:lnTo>
                  <a:lnTo>
                    <a:pt x="27" y="0"/>
                  </a:lnTo>
                  <a:lnTo>
                    <a:pt x="32" y="6"/>
                  </a:lnTo>
                  <a:lnTo>
                    <a:pt x="30" y="44"/>
                  </a:lnTo>
                  <a:lnTo>
                    <a:pt x="48" y="11"/>
                  </a:lnTo>
                  <a:lnTo>
                    <a:pt x="54" y="14"/>
                  </a:lnTo>
                  <a:lnTo>
                    <a:pt x="27" y="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 138">
              <a:extLst>
                <a:ext uri="{FF2B5EF4-FFF2-40B4-BE49-F238E27FC236}">
                  <a16:creationId xmlns:a16="http://schemas.microsoft.com/office/drawing/2014/main" id="{FA7FD898-8D83-4039-955B-5FB310D01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775" y="2019021"/>
              <a:ext cx="68263" cy="98425"/>
            </a:xfrm>
            <a:custGeom>
              <a:avLst/>
              <a:gdLst>
                <a:gd name="T0" fmla="*/ 10 w 16"/>
                <a:gd name="T1" fmla="*/ 23 h 23"/>
                <a:gd name="T2" fmla="*/ 8 w 16"/>
                <a:gd name="T3" fmla="*/ 23 h 23"/>
                <a:gd name="T4" fmla="*/ 8 w 16"/>
                <a:gd name="T5" fmla="*/ 21 h 23"/>
                <a:gd name="T6" fmla="*/ 6 w 16"/>
                <a:gd name="T7" fmla="*/ 22 h 23"/>
                <a:gd name="T8" fmla="*/ 4 w 16"/>
                <a:gd name="T9" fmla="*/ 21 h 23"/>
                <a:gd name="T10" fmla="*/ 1 w 16"/>
                <a:gd name="T11" fmla="*/ 18 h 23"/>
                <a:gd name="T12" fmla="*/ 1 w 16"/>
                <a:gd name="T13" fmla="*/ 10 h 23"/>
                <a:gd name="T14" fmla="*/ 6 w 16"/>
                <a:gd name="T15" fmla="*/ 3 h 23"/>
                <a:gd name="T16" fmla="*/ 12 w 16"/>
                <a:gd name="T17" fmla="*/ 1 h 23"/>
                <a:gd name="T18" fmla="*/ 15 w 16"/>
                <a:gd name="T19" fmla="*/ 9 h 23"/>
                <a:gd name="T20" fmla="*/ 12 w 16"/>
                <a:gd name="T21" fmla="*/ 9 h 23"/>
                <a:gd name="T22" fmla="*/ 11 w 16"/>
                <a:gd name="T23" fmla="*/ 4 h 23"/>
                <a:gd name="T24" fmla="*/ 7 w 16"/>
                <a:gd name="T25" fmla="*/ 5 h 23"/>
                <a:gd name="T26" fmla="*/ 4 w 16"/>
                <a:gd name="T27" fmla="*/ 11 h 23"/>
                <a:gd name="T28" fmla="*/ 3 w 16"/>
                <a:gd name="T29" fmla="*/ 17 h 23"/>
                <a:gd name="T30" fmla="*/ 5 w 16"/>
                <a:gd name="T31" fmla="*/ 19 h 23"/>
                <a:gd name="T32" fmla="*/ 8 w 16"/>
                <a:gd name="T33" fmla="*/ 19 h 23"/>
                <a:gd name="T34" fmla="*/ 10 w 16"/>
                <a:gd name="T35" fmla="*/ 16 h 23"/>
                <a:gd name="T36" fmla="*/ 10 w 16"/>
                <a:gd name="T37" fmla="*/ 15 h 23"/>
                <a:gd name="T38" fmla="*/ 7 w 16"/>
                <a:gd name="T39" fmla="*/ 13 h 23"/>
                <a:gd name="T40" fmla="*/ 7 w 16"/>
                <a:gd name="T41" fmla="*/ 11 h 23"/>
                <a:gd name="T42" fmla="*/ 13 w 16"/>
                <a:gd name="T43" fmla="*/ 13 h 23"/>
                <a:gd name="T44" fmla="*/ 10 w 16"/>
                <a:gd name="T4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23">
                  <a:moveTo>
                    <a:pt x="10" y="23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7" y="21"/>
                    <a:pt x="6" y="22"/>
                  </a:cubicBezTo>
                  <a:cubicBezTo>
                    <a:pt x="6" y="22"/>
                    <a:pt x="5" y="22"/>
                    <a:pt x="4" y="21"/>
                  </a:cubicBezTo>
                  <a:cubicBezTo>
                    <a:pt x="3" y="21"/>
                    <a:pt x="2" y="20"/>
                    <a:pt x="1" y="18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3" y="7"/>
                    <a:pt x="4" y="4"/>
                    <a:pt x="6" y="3"/>
                  </a:cubicBezTo>
                  <a:cubicBezTo>
                    <a:pt x="7" y="1"/>
                    <a:pt x="10" y="0"/>
                    <a:pt x="12" y="1"/>
                  </a:cubicBezTo>
                  <a:cubicBezTo>
                    <a:pt x="14" y="2"/>
                    <a:pt x="16" y="5"/>
                    <a:pt x="15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7"/>
                    <a:pt x="12" y="4"/>
                    <a:pt x="11" y="4"/>
                  </a:cubicBezTo>
                  <a:cubicBezTo>
                    <a:pt x="9" y="3"/>
                    <a:pt x="8" y="4"/>
                    <a:pt x="7" y="5"/>
                  </a:cubicBezTo>
                  <a:cubicBezTo>
                    <a:pt x="6" y="6"/>
                    <a:pt x="5" y="8"/>
                    <a:pt x="4" y="11"/>
                  </a:cubicBezTo>
                  <a:cubicBezTo>
                    <a:pt x="3" y="14"/>
                    <a:pt x="3" y="16"/>
                    <a:pt x="3" y="17"/>
                  </a:cubicBezTo>
                  <a:cubicBezTo>
                    <a:pt x="4" y="18"/>
                    <a:pt x="4" y="19"/>
                    <a:pt x="5" y="19"/>
                  </a:cubicBezTo>
                  <a:cubicBezTo>
                    <a:pt x="6" y="20"/>
                    <a:pt x="7" y="19"/>
                    <a:pt x="8" y="19"/>
                  </a:cubicBezTo>
                  <a:cubicBezTo>
                    <a:pt x="9" y="18"/>
                    <a:pt x="9" y="17"/>
                    <a:pt x="10" y="1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13" y="13"/>
                    <a:pt x="13" y="13"/>
                    <a:pt x="13" y="13"/>
                  </a:cubicBezTo>
                  <a:lnTo>
                    <a:pt x="10" y="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Freeform 139">
              <a:extLst>
                <a:ext uri="{FF2B5EF4-FFF2-40B4-BE49-F238E27FC236}">
                  <a16:creationId xmlns:a16="http://schemas.microsoft.com/office/drawing/2014/main" id="{16B3132D-54C6-4535-9816-35AA5182D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075" y="2031721"/>
              <a:ext cx="50800" cy="93663"/>
            </a:xfrm>
            <a:custGeom>
              <a:avLst/>
              <a:gdLst>
                <a:gd name="T0" fmla="*/ 12 w 12"/>
                <a:gd name="T1" fmla="*/ 15 h 22"/>
                <a:gd name="T2" fmla="*/ 10 w 12"/>
                <a:gd name="T3" fmla="*/ 20 h 22"/>
                <a:gd name="T4" fmla="*/ 6 w 12"/>
                <a:gd name="T5" fmla="*/ 21 h 22"/>
                <a:gd name="T6" fmla="*/ 1 w 12"/>
                <a:gd name="T7" fmla="*/ 20 h 22"/>
                <a:gd name="T8" fmla="*/ 0 w 12"/>
                <a:gd name="T9" fmla="*/ 15 h 22"/>
                <a:gd name="T10" fmla="*/ 0 w 12"/>
                <a:gd name="T11" fmla="*/ 0 h 22"/>
                <a:gd name="T12" fmla="*/ 3 w 12"/>
                <a:gd name="T13" fmla="*/ 0 h 22"/>
                <a:gd name="T14" fmla="*/ 2 w 12"/>
                <a:gd name="T15" fmla="*/ 15 h 22"/>
                <a:gd name="T16" fmla="*/ 3 w 12"/>
                <a:gd name="T17" fmla="*/ 18 h 22"/>
                <a:gd name="T18" fmla="*/ 6 w 12"/>
                <a:gd name="T19" fmla="*/ 19 h 22"/>
                <a:gd name="T20" fmla="*/ 8 w 12"/>
                <a:gd name="T21" fmla="*/ 18 h 22"/>
                <a:gd name="T22" fmla="*/ 9 w 12"/>
                <a:gd name="T23" fmla="*/ 15 h 22"/>
                <a:gd name="T24" fmla="*/ 10 w 12"/>
                <a:gd name="T25" fmla="*/ 1 h 22"/>
                <a:gd name="T26" fmla="*/ 12 w 12"/>
                <a:gd name="T27" fmla="*/ 1 h 22"/>
                <a:gd name="T28" fmla="*/ 12 w 12"/>
                <a:gd name="T29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2">
                  <a:moveTo>
                    <a:pt x="12" y="15"/>
                  </a:moveTo>
                  <a:cubicBezTo>
                    <a:pt x="12" y="17"/>
                    <a:pt x="11" y="19"/>
                    <a:pt x="10" y="20"/>
                  </a:cubicBezTo>
                  <a:cubicBezTo>
                    <a:pt x="9" y="21"/>
                    <a:pt x="8" y="22"/>
                    <a:pt x="6" y="21"/>
                  </a:cubicBezTo>
                  <a:cubicBezTo>
                    <a:pt x="4" y="21"/>
                    <a:pt x="2" y="21"/>
                    <a:pt x="1" y="20"/>
                  </a:cubicBezTo>
                  <a:cubicBezTo>
                    <a:pt x="0" y="18"/>
                    <a:pt x="0" y="17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3" y="17"/>
                    <a:pt x="3" y="18"/>
                  </a:cubicBezTo>
                  <a:cubicBezTo>
                    <a:pt x="4" y="19"/>
                    <a:pt x="5" y="19"/>
                    <a:pt x="6" y="19"/>
                  </a:cubicBezTo>
                  <a:cubicBezTo>
                    <a:pt x="7" y="19"/>
                    <a:pt x="7" y="19"/>
                    <a:pt x="8" y="18"/>
                  </a:cubicBezTo>
                  <a:cubicBezTo>
                    <a:pt x="9" y="18"/>
                    <a:pt x="9" y="17"/>
                    <a:pt x="9" y="15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12" y="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Freeform 140">
              <a:extLst>
                <a:ext uri="{FF2B5EF4-FFF2-40B4-BE49-F238E27FC236}">
                  <a16:creationId xmlns:a16="http://schemas.microsoft.com/office/drawing/2014/main" id="{03507761-984A-4887-9AF0-15218AF9E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400" y="2022196"/>
              <a:ext cx="50800" cy="100013"/>
            </a:xfrm>
            <a:custGeom>
              <a:avLst/>
              <a:gdLst>
                <a:gd name="T0" fmla="*/ 32 w 32"/>
                <a:gd name="T1" fmla="*/ 57 h 63"/>
                <a:gd name="T2" fmla="*/ 27 w 32"/>
                <a:gd name="T3" fmla="*/ 60 h 63"/>
                <a:gd name="T4" fmla="*/ 8 w 32"/>
                <a:gd name="T5" fmla="*/ 22 h 63"/>
                <a:gd name="T6" fmla="*/ 11 w 32"/>
                <a:gd name="T7" fmla="*/ 63 h 63"/>
                <a:gd name="T8" fmla="*/ 3 w 32"/>
                <a:gd name="T9" fmla="*/ 63 h 63"/>
                <a:gd name="T10" fmla="*/ 0 w 32"/>
                <a:gd name="T11" fmla="*/ 6 h 63"/>
                <a:gd name="T12" fmla="*/ 8 w 32"/>
                <a:gd name="T13" fmla="*/ 6 h 63"/>
                <a:gd name="T14" fmla="*/ 24 w 32"/>
                <a:gd name="T15" fmla="*/ 30 h 63"/>
                <a:gd name="T16" fmla="*/ 21 w 32"/>
                <a:gd name="T17" fmla="*/ 3 h 63"/>
                <a:gd name="T18" fmla="*/ 27 w 32"/>
                <a:gd name="T19" fmla="*/ 0 h 63"/>
                <a:gd name="T20" fmla="*/ 32 w 32"/>
                <a:gd name="T21" fmla="*/ 5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63">
                  <a:moveTo>
                    <a:pt x="32" y="57"/>
                  </a:moveTo>
                  <a:lnTo>
                    <a:pt x="27" y="60"/>
                  </a:lnTo>
                  <a:lnTo>
                    <a:pt x="8" y="22"/>
                  </a:lnTo>
                  <a:lnTo>
                    <a:pt x="11" y="63"/>
                  </a:lnTo>
                  <a:lnTo>
                    <a:pt x="3" y="63"/>
                  </a:lnTo>
                  <a:lnTo>
                    <a:pt x="0" y="6"/>
                  </a:lnTo>
                  <a:lnTo>
                    <a:pt x="8" y="6"/>
                  </a:lnTo>
                  <a:lnTo>
                    <a:pt x="24" y="30"/>
                  </a:lnTo>
                  <a:lnTo>
                    <a:pt x="21" y="3"/>
                  </a:lnTo>
                  <a:lnTo>
                    <a:pt x="27" y="0"/>
                  </a:lnTo>
                  <a:lnTo>
                    <a:pt x="32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Freeform 141">
              <a:extLst>
                <a:ext uri="{FF2B5EF4-FFF2-40B4-BE49-F238E27FC236}">
                  <a16:creationId xmlns:a16="http://schemas.microsoft.com/office/drawing/2014/main" id="{C89A828E-96B4-408B-B672-4BFF8BB93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200" y="2019021"/>
              <a:ext cx="33338" cy="88900"/>
            </a:xfrm>
            <a:custGeom>
              <a:avLst/>
              <a:gdLst>
                <a:gd name="T0" fmla="*/ 21 w 21"/>
                <a:gd name="T1" fmla="*/ 54 h 56"/>
                <a:gd name="T2" fmla="*/ 16 w 21"/>
                <a:gd name="T3" fmla="*/ 56 h 56"/>
                <a:gd name="T4" fmla="*/ 0 w 21"/>
                <a:gd name="T5" fmla="*/ 2 h 56"/>
                <a:gd name="T6" fmla="*/ 8 w 21"/>
                <a:gd name="T7" fmla="*/ 0 h 56"/>
                <a:gd name="T8" fmla="*/ 21 w 21"/>
                <a:gd name="T9" fmla="*/ 5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6">
                  <a:moveTo>
                    <a:pt x="21" y="54"/>
                  </a:moveTo>
                  <a:lnTo>
                    <a:pt x="16" y="56"/>
                  </a:lnTo>
                  <a:lnTo>
                    <a:pt x="0" y="2"/>
                  </a:lnTo>
                  <a:lnTo>
                    <a:pt x="8" y="0"/>
                  </a:lnTo>
                  <a:lnTo>
                    <a:pt x="21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Freeform 142">
              <a:extLst>
                <a:ext uri="{FF2B5EF4-FFF2-40B4-BE49-F238E27FC236}">
                  <a16:creationId xmlns:a16="http://schemas.microsoft.com/office/drawing/2014/main" id="{1C0B7D58-D7A1-4000-AC5A-9CAB1196B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838" y="1996796"/>
              <a:ext cx="60325" cy="98425"/>
            </a:xfrm>
            <a:custGeom>
              <a:avLst/>
              <a:gdLst>
                <a:gd name="T0" fmla="*/ 30 w 38"/>
                <a:gd name="T1" fmla="*/ 0 h 62"/>
                <a:gd name="T2" fmla="*/ 38 w 38"/>
                <a:gd name="T3" fmla="*/ 60 h 62"/>
                <a:gd name="T4" fmla="*/ 30 w 38"/>
                <a:gd name="T5" fmla="*/ 62 h 62"/>
                <a:gd name="T6" fmla="*/ 0 w 38"/>
                <a:gd name="T7" fmla="*/ 11 h 62"/>
                <a:gd name="T8" fmla="*/ 6 w 38"/>
                <a:gd name="T9" fmla="*/ 8 h 62"/>
                <a:gd name="T10" fmla="*/ 27 w 38"/>
                <a:gd name="T11" fmla="*/ 43 h 62"/>
                <a:gd name="T12" fmla="*/ 22 w 38"/>
                <a:gd name="T13" fmla="*/ 3 h 62"/>
                <a:gd name="T14" fmla="*/ 30 w 38"/>
                <a:gd name="T1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62">
                  <a:moveTo>
                    <a:pt x="30" y="0"/>
                  </a:moveTo>
                  <a:lnTo>
                    <a:pt x="38" y="60"/>
                  </a:lnTo>
                  <a:lnTo>
                    <a:pt x="30" y="62"/>
                  </a:lnTo>
                  <a:lnTo>
                    <a:pt x="0" y="11"/>
                  </a:lnTo>
                  <a:lnTo>
                    <a:pt x="6" y="8"/>
                  </a:lnTo>
                  <a:lnTo>
                    <a:pt x="27" y="43"/>
                  </a:lnTo>
                  <a:lnTo>
                    <a:pt x="22" y="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 143">
              <a:extLst>
                <a:ext uri="{FF2B5EF4-FFF2-40B4-BE49-F238E27FC236}">
                  <a16:creationId xmlns:a16="http://schemas.microsoft.com/office/drawing/2014/main" id="{73D4E85B-B388-4403-8278-E37D750A6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638" y="1971396"/>
              <a:ext cx="85725" cy="103188"/>
            </a:xfrm>
            <a:custGeom>
              <a:avLst/>
              <a:gdLst>
                <a:gd name="T0" fmla="*/ 54 w 54"/>
                <a:gd name="T1" fmla="*/ 49 h 65"/>
                <a:gd name="T2" fmla="*/ 30 w 54"/>
                <a:gd name="T3" fmla="*/ 65 h 65"/>
                <a:gd name="T4" fmla="*/ 0 w 54"/>
                <a:gd name="T5" fmla="*/ 13 h 65"/>
                <a:gd name="T6" fmla="*/ 24 w 54"/>
                <a:gd name="T7" fmla="*/ 0 h 65"/>
                <a:gd name="T8" fmla="*/ 27 w 54"/>
                <a:gd name="T9" fmla="*/ 5 h 65"/>
                <a:gd name="T10" fmla="*/ 8 w 54"/>
                <a:gd name="T11" fmla="*/ 16 h 65"/>
                <a:gd name="T12" fmla="*/ 19 w 54"/>
                <a:gd name="T13" fmla="*/ 32 h 65"/>
                <a:gd name="T14" fmla="*/ 35 w 54"/>
                <a:gd name="T15" fmla="*/ 22 h 65"/>
                <a:gd name="T16" fmla="*/ 38 w 54"/>
                <a:gd name="T17" fmla="*/ 27 h 65"/>
                <a:gd name="T18" fmla="*/ 22 w 54"/>
                <a:gd name="T19" fmla="*/ 38 h 65"/>
                <a:gd name="T20" fmla="*/ 32 w 54"/>
                <a:gd name="T21" fmla="*/ 54 h 65"/>
                <a:gd name="T22" fmla="*/ 51 w 54"/>
                <a:gd name="T23" fmla="*/ 43 h 65"/>
                <a:gd name="T24" fmla="*/ 54 w 54"/>
                <a:gd name="T25" fmla="*/ 4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" h="65">
                  <a:moveTo>
                    <a:pt x="54" y="49"/>
                  </a:moveTo>
                  <a:lnTo>
                    <a:pt x="30" y="65"/>
                  </a:lnTo>
                  <a:lnTo>
                    <a:pt x="0" y="13"/>
                  </a:lnTo>
                  <a:lnTo>
                    <a:pt x="24" y="0"/>
                  </a:lnTo>
                  <a:lnTo>
                    <a:pt x="27" y="5"/>
                  </a:lnTo>
                  <a:lnTo>
                    <a:pt x="8" y="16"/>
                  </a:lnTo>
                  <a:lnTo>
                    <a:pt x="19" y="32"/>
                  </a:lnTo>
                  <a:lnTo>
                    <a:pt x="35" y="22"/>
                  </a:lnTo>
                  <a:lnTo>
                    <a:pt x="38" y="27"/>
                  </a:lnTo>
                  <a:lnTo>
                    <a:pt x="22" y="38"/>
                  </a:lnTo>
                  <a:lnTo>
                    <a:pt x="32" y="54"/>
                  </a:lnTo>
                  <a:lnTo>
                    <a:pt x="51" y="43"/>
                  </a:lnTo>
                  <a:lnTo>
                    <a:pt x="54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 144">
              <a:extLst>
                <a:ext uri="{FF2B5EF4-FFF2-40B4-BE49-F238E27FC236}">
                  <a16:creationId xmlns:a16="http://schemas.microsoft.com/office/drawing/2014/main" id="{51B62983-1D79-462A-A8C0-76BFAFFD95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0500" y="1949171"/>
              <a:ext cx="93663" cy="95250"/>
            </a:xfrm>
            <a:custGeom>
              <a:avLst/>
              <a:gdLst>
                <a:gd name="T0" fmla="*/ 22 w 22"/>
                <a:gd name="T1" fmla="*/ 15 h 22"/>
                <a:gd name="T2" fmla="*/ 20 w 22"/>
                <a:gd name="T3" fmla="*/ 17 h 22"/>
                <a:gd name="T4" fmla="*/ 12 w 22"/>
                <a:gd name="T5" fmla="*/ 11 h 22"/>
                <a:gd name="T6" fmla="*/ 10 w 22"/>
                <a:gd name="T7" fmla="*/ 13 h 22"/>
                <a:gd name="T8" fmla="*/ 15 w 22"/>
                <a:gd name="T9" fmla="*/ 20 h 22"/>
                <a:gd name="T10" fmla="*/ 13 w 22"/>
                <a:gd name="T11" fmla="*/ 22 h 22"/>
                <a:gd name="T12" fmla="*/ 0 w 22"/>
                <a:gd name="T13" fmla="*/ 4 h 22"/>
                <a:gd name="T14" fmla="*/ 4 w 22"/>
                <a:gd name="T15" fmla="*/ 1 h 22"/>
                <a:gd name="T16" fmla="*/ 9 w 22"/>
                <a:gd name="T17" fmla="*/ 0 h 22"/>
                <a:gd name="T18" fmla="*/ 14 w 22"/>
                <a:gd name="T19" fmla="*/ 6 h 22"/>
                <a:gd name="T20" fmla="*/ 14 w 22"/>
                <a:gd name="T21" fmla="*/ 9 h 22"/>
                <a:gd name="T22" fmla="*/ 22 w 22"/>
                <a:gd name="T23" fmla="*/ 15 h 22"/>
                <a:gd name="T24" fmla="*/ 8 w 22"/>
                <a:gd name="T25" fmla="*/ 3 h 22"/>
                <a:gd name="T26" fmla="*/ 4 w 22"/>
                <a:gd name="T27" fmla="*/ 4 h 22"/>
                <a:gd name="T28" fmla="*/ 8 w 22"/>
                <a:gd name="T29" fmla="*/ 10 h 22"/>
                <a:gd name="T30" fmla="*/ 11 w 22"/>
                <a:gd name="T31" fmla="*/ 7 h 22"/>
                <a:gd name="T32" fmla="*/ 8 w 22"/>
                <a:gd name="T33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22" y="15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7" y="0"/>
                    <a:pt x="9" y="0"/>
                  </a:cubicBezTo>
                  <a:cubicBezTo>
                    <a:pt x="13" y="0"/>
                    <a:pt x="14" y="3"/>
                    <a:pt x="14" y="6"/>
                  </a:cubicBezTo>
                  <a:cubicBezTo>
                    <a:pt x="14" y="7"/>
                    <a:pt x="14" y="8"/>
                    <a:pt x="14" y="9"/>
                  </a:cubicBezTo>
                  <a:lnTo>
                    <a:pt x="22" y="15"/>
                  </a:lnTo>
                  <a:close/>
                  <a:moveTo>
                    <a:pt x="8" y="3"/>
                  </a:moveTo>
                  <a:cubicBezTo>
                    <a:pt x="6" y="2"/>
                    <a:pt x="5" y="4"/>
                    <a:pt x="4" y="4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0" y="9"/>
                    <a:pt x="10" y="9"/>
                    <a:pt x="11" y="7"/>
                  </a:cubicBezTo>
                  <a:cubicBezTo>
                    <a:pt x="12" y="5"/>
                    <a:pt x="11" y="3"/>
                    <a:pt x="8" y="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 145">
              <a:extLst>
                <a:ext uri="{FF2B5EF4-FFF2-40B4-BE49-F238E27FC236}">
                  <a16:creationId xmlns:a16="http://schemas.microsoft.com/office/drawing/2014/main" id="{27D3A81A-0BDA-408B-A263-21BE638EB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25" y="1906308"/>
              <a:ext cx="92075" cy="82550"/>
            </a:xfrm>
            <a:custGeom>
              <a:avLst/>
              <a:gdLst>
                <a:gd name="T0" fmla="*/ 18 w 22"/>
                <a:gd name="T1" fmla="*/ 8 h 19"/>
                <a:gd name="T2" fmla="*/ 15 w 22"/>
                <a:gd name="T3" fmla="*/ 19 h 19"/>
                <a:gd name="T4" fmla="*/ 11 w 22"/>
                <a:gd name="T5" fmla="*/ 18 h 19"/>
                <a:gd name="T6" fmla="*/ 12 w 22"/>
                <a:gd name="T7" fmla="*/ 16 h 19"/>
                <a:gd name="T8" fmla="*/ 15 w 22"/>
                <a:gd name="T9" fmla="*/ 17 h 19"/>
                <a:gd name="T10" fmla="*/ 16 w 22"/>
                <a:gd name="T11" fmla="*/ 10 h 19"/>
                <a:gd name="T12" fmla="*/ 13 w 22"/>
                <a:gd name="T13" fmla="*/ 10 h 19"/>
                <a:gd name="T14" fmla="*/ 6 w 22"/>
                <a:gd name="T15" fmla="*/ 12 h 19"/>
                <a:gd name="T16" fmla="*/ 1 w 22"/>
                <a:gd name="T17" fmla="*/ 7 h 19"/>
                <a:gd name="T18" fmla="*/ 2 w 22"/>
                <a:gd name="T19" fmla="*/ 3 h 19"/>
                <a:gd name="T20" fmla="*/ 9 w 22"/>
                <a:gd name="T21" fmla="*/ 2 h 19"/>
                <a:gd name="T22" fmla="*/ 8 w 22"/>
                <a:gd name="T23" fmla="*/ 4 h 19"/>
                <a:gd name="T24" fmla="*/ 4 w 22"/>
                <a:gd name="T25" fmla="*/ 5 h 19"/>
                <a:gd name="T26" fmla="*/ 3 w 22"/>
                <a:gd name="T27" fmla="*/ 7 h 19"/>
                <a:gd name="T28" fmla="*/ 6 w 22"/>
                <a:gd name="T29" fmla="*/ 9 h 19"/>
                <a:gd name="T30" fmla="*/ 14 w 22"/>
                <a:gd name="T31" fmla="*/ 7 h 19"/>
                <a:gd name="T32" fmla="*/ 18 w 22"/>
                <a:gd name="T33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19">
                  <a:moveTo>
                    <a:pt x="18" y="8"/>
                  </a:moveTo>
                  <a:cubicBezTo>
                    <a:pt x="22" y="11"/>
                    <a:pt x="21" y="18"/>
                    <a:pt x="15" y="19"/>
                  </a:cubicBezTo>
                  <a:cubicBezTo>
                    <a:pt x="14" y="19"/>
                    <a:pt x="12" y="19"/>
                    <a:pt x="11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4" y="17"/>
                    <a:pt x="15" y="17"/>
                  </a:cubicBezTo>
                  <a:cubicBezTo>
                    <a:pt x="19" y="16"/>
                    <a:pt x="18" y="12"/>
                    <a:pt x="16" y="10"/>
                  </a:cubicBezTo>
                  <a:cubicBezTo>
                    <a:pt x="15" y="10"/>
                    <a:pt x="14" y="10"/>
                    <a:pt x="13" y="10"/>
                  </a:cubicBezTo>
                  <a:cubicBezTo>
                    <a:pt x="11" y="10"/>
                    <a:pt x="9" y="12"/>
                    <a:pt x="6" y="12"/>
                  </a:cubicBezTo>
                  <a:cubicBezTo>
                    <a:pt x="3" y="12"/>
                    <a:pt x="1" y="10"/>
                    <a:pt x="1" y="7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0"/>
                    <a:pt x="7" y="0"/>
                    <a:pt x="9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3"/>
                    <a:pt x="4" y="3"/>
                    <a:pt x="4" y="5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9"/>
                    <a:pt x="5" y="10"/>
                    <a:pt x="6" y="9"/>
                  </a:cubicBezTo>
                  <a:cubicBezTo>
                    <a:pt x="9" y="9"/>
                    <a:pt x="11" y="7"/>
                    <a:pt x="14" y="7"/>
                  </a:cubicBezTo>
                  <a:cubicBezTo>
                    <a:pt x="15" y="7"/>
                    <a:pt x="16" y="7"/>
                    <a:pt x="18" y="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 146">
              <a:extLst>
                <a:ext uri="{FF2B5EF4-FFF2-40B4-BE49-F238E27FC236}">
                  <a16:creationId xmlns:a16="http://schemas.microsoft.com/office/drawing/2014/main" id="{6A599D7C-72D5-4AFF-AE28-B35622F60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700" y="1880908"/>
              <a:ext cx="85725" cy="55563"/>
            </a:xfrm>
            <a:custGeom>
              <a:avLst/>
              <a:gdLst>
                <a:gd name="T0" fmla="*/ 54 w 54"/>
                <a:gd name="T1" fmla="*/ 30 h 35"/>
                <a:gd name="T2" fmla="*/ 48 w 54"/>
                <a:gd name="T3" fmla="*/ 35 h 35"/>
                <a:gd name="T4" fmla="*/ 0 w 54"/>
                <a:gd name="T5" fmla="*/ 6 h 35"/>
                <a:gd name="T6" fmla="*/ 6 w 54"/>
                <a:gd name="T7" fmla="*/ 0 h 35"/>
                <a:gd name="T8" fmla="*/ 54 w 54"/>
                <a:gd name="T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5">
                  <a:moveTo>
                    <a:pt x="54" y="30"/>
                  </a:moveTo>
                  <a:lnTo>
                    <a:pt x="48" y="35"/>
                  </a:lnTo>
                  <a:lnTo>
                    <a:pt x="0" y="6"/>
                  </a:lnTo>
                  <a:lnTo>
                    <a:pt x="6" y="0"/>
                  </a:lnTo>
                  <a:lnTo>
                    <a:pt x="54" y="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 147">
              <a:extLst>
                <a:ext uri="{FF2B5EF4-FFF2-40B4-BE49-F238E27FC236}">
                  <a16:creationId xmlns:a16="http://schemas.microsoft.com/office/drawing/2014/main" id="{E90B2C58-9CDE-46F4-B627-A2131B3AE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400" y="1825346"/>
              <a:ext cx="98425" cy="73025"/>
            </a:xfrm>
            <a:custGeom>
              <a:avLst/>
              <a:gdLst>
                <a:gd name="T0" fmla="*/ 22 w 62"/>
                <a:gd name="T1" fmla="*/ 3 h 46"/>
                <a:gd name="T2" fmla="*/ 16 w 62"/>
                <a:gd name="T3" fmla="*/ 14 h 46"/>
                <a:gd name="T4" fmla="*/ 62 w 62"/>
                <a:gd name="T5" fmla="*/ 41 h 46"/>
                <a:gd name="T6" fmla="*/ 59 w 62"/>
                <a:gd name="T7" fmla="*/ 46 h 46"/>
                <a:gd name="T8" fmla="*/ 14 w 62"/>
                <a:gd name="T9" fmla="*/ 19 h 46"/>
                <a:gd name="T10" fmla="*/ 8 w 62"/>
                <a:gd name="T11" fmla="*/ 30 h 46"/>
                <a:gd name="T12" fmla="*/ 0 w 62"/>
                <a:gd name="T13" fmla="*/ 27 h 46"/>
                <a:gd name="T14" fmla="*/ 16 w 62"/>
                <a:gd name="T15" fmla="*/ 0 h 46"/>
                <a:gd name="T16" fmla="*/ 22 w 62"/>
                <a:gd name="T17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" h="46">
                  <a:moveTo>
                    <a:pt x="22" y="3"/>
                  </a:moveTo>
                  <a:lnTo>
                    <a:pt x="16" y="14"/>
                  </a:lnTo>
                  <a:lnTo>
                    <a:pt x="62" y="41"/>
                  </a:lnTo>
                  <a:lnTo>
                    <a:pt x="59" y="46"/>
                  </a:lnTo>
                  <a:lnTo>
                    <a:pt x="14" y="19"/>
                  </a:lnTo>
                  <a:lnTo>
                    <a:pt x="8" y="30"/>
                  </a:lnTo>
                  <a:lnTo>
                    <a:pt x="0" y="27"/>
                  </a:lnTo>
                  <a:lnTo>
                    <a:pt x="16" y="0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 148">
              <a:extLst>
                <a:ext uri="{FF2B5EF4-FFF2-40B4-BE49-F238E27FC236}">
                  <a16:creationId xmlns:a16="http://schemas.microsoft.com/office/drawing/2014/main" id="{0897D185-8E84-4A5A-8D53-A8C6105E8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800" y="1769783"/>
              <a:ext cx="93663" cy="63500"/>
            </a:xfrm>
            <a:custGeom>
              <a:avLst/>
              <a:gdLst>
                <a:gd name="T0" fmla="*/ 14 w 59"/>
                <a:gd name="T1" fmla="*/ 0 h 40"/>
                <a:gd name="T2" fmla="*/ 40 w 59"/>
                <a:gd name="T3" fmla="*/ 24 h 40"/>
                <a:gd name="T4" fmla="*/ 59 w 59"/>
                <a:gd name="T5" fmla="*/ 32 h 40"/>
                <a:gd name="T6" fmla="*/ 59 w 59"/>
                <a:gd name="T7" fmla="*/ 40 h 40"/>
                <a:gd name="T8" fmla="*/ 40 w 59"/>
                <a:gd name="T9" fmla="*/ 32 h 40"/>
                <a:gd name="T10" fmla="*/ 0 w 59"/>
                <a:gd name="T11" fmla="*/ 32 h 40"/>
                <a:gd name="T12" fmla="*/ 3 w 59"/>
                <a:gd name="T13" fmla="*/ 24 h 40"/>
                <a:gd name="T14" fmla="*/ 30 w 59"/>
                <a:gd name="T15" fmla="*/ 27 h 40"/>
                <a:gd name="T16" fmla="*/ 11 w 59"/>
                <a:gd name="T17" fmla="*/ 8 h 40"/>
                <a:gd name="T18" fmla="*/ 14 w 59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40">
                  <a:moveTo>
                    <a:pt x="14" y="0"/>
                  </a:moveTo>
                  <a:lnTo>
                    <a:pt x="40" y="24"/>
                  </a:lnTo>
                  <a:lnTo>
                    <a:pt x="59" y="32"/>
                  </a:lnTo>
                  <a:lnTo>
                    <a:pt x="59" y="40"/>
                  </a:lnTo>
                  <a:lnTo>
                    <a:pt x="40" y="32"/>
                  </a:lnTo>
                  <a:lnTo>
                    <a:pt x="0" y="32"/>
                  </a:lnTo>
                  <a:lnTo>
                    <a:pt x="3" y="24"/>
                  </a:lnTo>
                  <a:lnTo>
                    <a:pt x="30" y="27"/>
                  </a:lnTo>
                  <a:lnTo>
                    <a:pt x="11" y="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 149">
              <a:extLst>
                <a:ext uri="{FF2B5EF4-FFF2-40B4-BE49-F238E27FC236}">
                  <a16:creationId xmlns:a16="http://schemas.microsoft.com/office/drawing/2014/main" id="{6CBFDC44-D97A-44D8-8045-35A2EB1E2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5038" y="1941233"/>
              <a:ext cx="92075" cy="68263"/>
            </a:xfrm>
            <a:custGeom>
              <a:avLst/>
              <a:gdLst>
                <a:gd name="T0" fmla="*/ 12 w 22"/>
                <a:gd name="T1" fmla="*/ 13 h 16"/>
                <a:gd name="T2" fmla="*/ 7 w 22"/>
                <a:gd name="T3" fmla="*/ 15 h 16"/>
                <a:gd name="T4" fmla="*/ 2 w 22"/>
                <a:gd name="T5" fmla="*/ 14 h 16"/>
                <a:gd name="T6" fmla="*/ 0 w 22"/>
                <a:gd name="T7" fmla="*/ 9 h 16"/>
                <a:gd name="T8" fmla="*/ 1 w 22"/>
                <a:gd name="T9" fmla="*/ 7 h 16"/>
                <a:gd name="T10" fmla="*/ 3 w 22"/>
                <a:gd name="T11" fmla="*/ 8 h 16"/>
                <a:gd name="T12" fmla="*/ 3 w 22"/>
                <a:gd name="T13" fmla="*/ 9 h 16"/>
                <a:gd name="T14" fmla="*/ 4 w 22"/>
                <a:gd name="T15" fmla="*/ 12 h 16"/>
                <a:gd name="T16" fmla="*/ 6 w 22"/>
                <a:gd name="T17" fmla="*/ 13 h 16"/>
                <a:gd name="T18" fmla="*/ 10 w 22"/>
                <a:gd name="T19" fmla="*/ 11 h 16"/>
                <a:gd name="T20" fmla="*/ 20 w 22"/>
                <a:gd name="T21" fmla="*/ 0 h 16"/>
                <a:gd name="T22" fmla="*/ 22 w 22"/>
                <a:gd name="T23" fmla="*/ 2 h 16"/>
                <a:gd name="T24" fmla="*/ 12 w 22"/>
                <a:gd name="T25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6">
                  <a:moveTo>
                    <a:pt x="12" y="13"/>
                  </a:moveTo>
                  <a:cubicBezTo>
                    <a:pt x="10" y="14"/>
                    <a:pt x="8" y="15"/>
                    <a:pt x="7" y="15"/>
                  </a:cubicBezTo>
                  <a:cubicBezTo>
                    <a:pt x="5" y="16"/>
                    <a:pt x="3" y="15"/>
                    <a:pt x="2" y="14"/>
                  </a:cubicBezTo>
                  <a:cubicBezTo>
                    <a:pt x="1" y="12"/>
                    <a:pt x="0" y="11"/>
                    <a:pt x="0" y="9"/>
                  </a:cubicBezTo>
                  <a:cubicBezTo>
                    <a:pt x="0" y="8"/>
                    <a:pt x="1" y="8"/>
                    <a:pt x="1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1"/>
                    <a:pt x="4" y="12"/>
                  </a:cubicBezTo>
                  <a:cubicBezTo>
                    <a:pt x="5" y="12"/>
                    <a:pt x="6" y="13"/>
                    <a:pt x="6" y="13"/>
                  </a:cubicBezTo>
                  <a:cubicBezTo>
                    <a:pt x="7" y="13"/>
                    <a:pt x="8" y="12"/>
                    <a:pt x="10" y="1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2"/>
                    <a:pt x="22" y="2"/>
                    <a:pt x="22" y="2"/>
                  </a:cubicBezTo>
                  <a:lnTo>
                    <a:pt x="12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 150">
              <a:extLst>
                <a:ext uri="{FF2B5EF4-FFF2-40B4-BE49-F238E27FC236}">
                  <a16:creationId xmlns:a16="http://schemas.microsoft.com/office/drawing/2014/main" id="{0DC0FBBA-6072-4A1E-9A6E-69D98B549E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4900" y="1911071"/>
              <a:ext cx="287338" cy="90488"/>
            </a:xfrm>
            <a:custGeom>
              <a:avLst/>
              <a:gdLst>
                <a:gd name="T0" fmla="*/ 0 w 68"/>
                <a:gd name="T1" fmla="*/ 11 h 21"/>
                <a:gd name="T2" fmla="*/ 4 w 68"/>
                <a:gd name="T3" fmla="*/ 12 h 21"/>
                <a:gd name="T4" fmla="*/ 5 w 68"/>
                <a:gd name="T5" fmla="*/ 3 h 21"/>
                <a:gd name="T6" fmla="*/ 8 w 68"/>
                <a:gd name="T7" fmla="*/ 3 h 21"/>
                <a:gd name="T8" fmla="*/ 11 w 68"/>
                <a:gd name="T9" fmla="*/ 3 h 21"/>
                <a:gd name="T10" fmla="*/ 8 w 68"/>
                <a:gd name="T11" fmla="*/ 15 h 21"/>
                <a:gd name="T12" fmla="*/ 30 w 68"/>
                <a:gd name="T13" fmla="*/ 11 h 21"/>
                <a:gd name="T14" fmla="*/ 27 w 68"/>
                <a:gd name="T15" fmla="*/ 9 h 21"/>
                <a:gd name="T16" fmla="*/ 23 w 68"/>
                <a:gd name="T17" fmla="*/ 10 h 21"/>
                <a:gd name="T18" fmla="*/ 24 w 68"/>
                <a:gd name="T19" fmla="*/ 12 h 21"/>
                <a:gd name="T20" fmla="*/ 27 w 68"/>
                <a:gd name="T21" fmla="*/ 14 h 21"/>
                <a:gd name="T22" fmla="*/ 30 w 68"/>
                <a:gd name="T23" fmla="*/ 11 h 21"/>
                <a:gd name="T24" fmla="*/ 28 w 68"/>
                <a:gd name="T25" fmla="*/ 17 h 21"/>
                <a:gd name="T26" fmla="*/ 26 w 68"/>
                <a:gd name="T27" fmla="*/ 15 h 21"/>
                <a:gd name="T28" fmla="*/ 22 w 68"/>
                <a:gd name="T29" fmla="*/ 15 h 21"/>
                <a:gd name="T30" fmla="*/ 22 w 68"/>
                <a:gd name="T31" fmla="*/ 19 h 21"/>
                <a:gd name="T32" fmla="*/ 27 w 68"/>
                <a:gd name="T33" fmla="*/ 20 h 21"/>
                <a:gd name="T34" fmla="*/ 24 w 68"/>
                <a:gd name="T35" fmla="*/ 21 h 21"/>
                <a:gd name="T36" fmla="*/ 19 w 68"/>
                <a:gd name="T37" fmla="*/ 19 h 21"/>
                <a:gd name="T38" fmla="*/ 18 w 68"/>
                <a:gd name="T39" fmla="*/ 16 h 21"/>
                <a:gd name="T40" fmla="*/ 22 w 68"/>
                <a:gd name="T41" fmla="*/ 13 h 21"/>
                <a:gd name="T42" fmla="*/ 20 w 68"/>
                <a:gd name="T43" fmla="*/ 12 h 21"/>
                <a:gd name="T44" fmla="*/ 22 w 68"/>
                <a:gd name="T45" fmla="*/ 8 h 21"/>
                <a:gd name="T46" fmla="*/ 31 w 68"/>
                <a:gd name="T47" fmla="*/ 9 h 21"/>
                <a:gd name="T48" fmla="*/ 31 w 68"/>
                <a:gd name="T49" fmla="*/ 13 h 21"/>
                <a:gd name="T50" fmla="*/ 29 w 68"/>
                <a:gd name="T51" fmla="*/ 14 h 21"/>
                <a:gd name="T52" fmla="*/ 31 w 68"/>
                <a:gd name="T53" fmla="*/ 18 h 21"/>
                <a:gd name="T54" fmla="*/ 24 w 68"/>
                <a:gd name="T55" fmla="*/ 21 h 21"/>
                <a:gd name="T56" fmla="*/ 49 w 68"/>
                <a:gd name="T57" fmla="*/ 11 h 21"/>
                <a:gd name="T58" fmla="*/ 47 w 68"/>
                <a:gd name="T59" fmla="*/ 9 h 21"/>
                <a:gd name="T60" fmla="*/ 43 w 68"/>
                <a:gd name="T61" fmla="*/ 10 h 21"/>
                <a:gd name="T62" fmla="*/ 42 w 68"/>
                <a:gd name="T63" fmla="*/ 13 h 21"/>
                <a:gd name="T64" fmla="*/ 45 w 68"/>
                <a:gd name="T65" fmla="*/ 15 h 21"/>
                <a:gd name="T66" fmla="*/ 48 w 68"/>
                <a:gd name="T67" fmla="*/ 14 h 21"/>
                <a:gd name="T68" fmla="*/ 50 w 68"/>
                <a:gd name="T69" fmla="*/ 14 h 21"/>
                <a:gd name="T70" fmla="*/ 39 w 68"/>
                <a:gd name="T71" fmla="*/ 12 h 21"/>
                <a:gd name="T72" fmla="*/ 41 w 68"/>
                <a:gd name="T73" fmla="*/ 9 h 21"/>
                <a:gd name="T74" fmla="*/ 46 w 68"/>
                <a:gd name="T75" fmla="*/ 7 h 21"/>
                <a:gd name="T76" fmla="*/ 50 w 68"/>
                <a:gd name="T77" fmla="*/ 9 h 21"/>
                <a:gd name="T78" fmla="*/ 52 w 68"/>
                <a:gd name="T79" fmla="*/ 13 h 21"/>
                <a:gd name="T80" fmla="*/ 50 w 68"/>
                <a:gd name="T81" fmla="*/ 19 h 21"/>
                <a:gd name="T82" fmla="*/ 43 w 68"/>
                <a:gd name="T83" fmla="*/ 21 h 21"/>
                <a:gd name="T84" fmla="*/ 41 w 68"/>
                <a:gd name="T85" fmla="*/ 21 h 21"/>
                <a:gd name="T86" fmla="*/ 41 w 68"/>
                <a:gd name="T87" fmla="*/ 19 h 21"/>
                <a:gd name="T88" fmla="*/ 44 w 68"/>
                <a:gd name="T89" fmla="*/ 20 h 21"/>
                <a:gd name="T90" fmla="*/ 50 w 68"/>
                <a:gd name="T91" fmla="*/ 15 h 21"/>
                <a:gd name="T92" fmla="*/ 45 w 68"/>
                <a:gd name="T93" fmla="*/ 16 h 21"/>
                <a:gd name="T94" fmla="*/ 42 w 68"/>
                <a:gd name="T95" fmla="*/ 15 h 21"/>
                <a:gd name="T96" fmla="*/ 39 w 68"/>
                <a:gd name="T97" fmla="*/ 12 h 21"/>
                <a:gd name="T98" fmla="*/ 68 w 68"/>
                <a:gd name="T99" fmla="*/ 14 h 21"/>
                <a:gd name="T100" fmla="*/ 66 w 68"/>
                <a:gd name="T101" fmla="*/ 3 h 21"/>
                <a:gd name="T102" fmla="*/ 57 w 68"/>
                <a:gd name="T103" fmla="*/ 5 h 21"/>
                <a:gd name="T104" fmla="*/ 68 w 68"/>
                <a:gd name="T105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8" h="21">
                  <a:moveTo>
                    <a:pt x="8" y="16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8" y="3"/>
                    <a:pt x="8" y="3"/>
                  </a:cubicBezTo>
                  <a:cubicBezTo>
                    <a:pt x="9" y="3"/>
                    <a:pt x="9" y="2"/>
                    <a:pt x="10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8" y="15"/>
                    <a:pt x="8" y="15"/>
                    <a:pt x="8" y="15"/>
                  </a:cubicBezTo>
                  <a:lnTo>
                    <a:pt x="8" y="16"/>
                  </a:lnTo>
                  <a:close/>
                  <a:moveTo>
                    <a:pt x="30" y="11"/>
                  </a:moveTo>
                  <a:cubicBezTo>
                    <a:pt x="30" y="11"/>
                    <a:pt x="29" y="10"/>
                    <a:pt x="29" y="10"/>
                  </a:cubicBezTo>
                  <a:cubicBezTo>
                    <a:pt x="28" y="9"/>
                    <a:pt x="28" y="9"/>
                    <a:pt x="27" y="9"/>
                  </a:cubicBezTo>
                  <a:cubicBezTo>
                    <a:pt x="26" y="9"/>
                    <a:pt x="25" y="9"/>
                    <a:pt x="24" y="9"/>
                  </a:cubicBezTo>
                  <a:cubicBezTo>
                    <a:pt x="23" y="9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2"/>
                    <a:pt x="24" y="12"/>
                    <a:pt x="24" y="12"/>
                  </a:cubicBezTo>
                  <a:cubicBezTo>
                    <a:pt x="25" y="13"/>
                    <a:pt x="25" y="13"/>
                    <a:pt x="26" y="13"/>
                  </a:cubicBezTo>
                  <a:cubicBezTo>
                    <a:pt x="26" y="13"/>
                    <a:pt x="27" y="13"/>
                    <a:pt x="27" y="14"/>
                  </a:cubicBezTo>
                  <a:cubicBezTo>
                    <a:pt x="28" y="13"/>
                    <a:pt x="28" y="13"/>
                    <a:pt x="29" y="13"/>
                  </a:cubicBezTo>
                  <a:cubicBezTo>
                    <a:pt x="29" y="12"/>
                    <a:pt x="29" y="12"/>
                    <a:pt x="30" y="11"/>
                  </a:cubicBezTo>
                  <a:moveTo>
                    <a:pt x="29" y="18"/>
                  </a:moveTo>
                  <a:cubicBezTo>
                    <a:pt x="29" y="17"/>
                    <a:pt x="29" y="17"/>
                    <a:pt x="28" y="17"/>
                  </a:cubicBezTo>
                  <a:cubicBezTo>
                    <a:pt x="28" y="16"/>
                    <a:pt x="28" y="16"/>
                    <a:pt x="27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4" y="14"/>
                    <a:pt x="24" y="14"/>
                  </a:cubicBezTo>
                  <a:cubicBezTo>
                    <a:pt x="23" y="14"/>
                    <a:pt x="22" y="15"/>
                    <a:pt x="22" y="15"/>
                  </a:cubicBezTo>
                  <a:cubicBezTo>
                    <a:pt x="21" y="15"/>
                    <a:pt x="21" y="16"/>
                    <a:pt x="21" y="17"/>
                  </a:cubicBezTo>
                  <a:cubicBezTo>
                    <a:pt x="21" y="17"/>
                    <a:pt x="21" y="18"/>
                    <a:pt x="22" y="19"/>
                  </a:cubicBezTo>
                  <a:cubicBezTo>
                    <a:pt x="22" y="19"/>
                    <a:pt x="23" y="20"/>
                    <a:pt x="24" y="20"/>
                  </a:cubicBezTo>
                  <a:cubicBezTo>
                    <a:pt x="25" y="20"/>
                    <a:pt x="26" y="20"/>
                    <a:pt x="27" y="20"/>
                  </a:cubicBezTo>
                  <a:cubicBezTo>
                    <a:pt x="28" y="19"/>
                    <a:pt x="28" y="19"/>
                    <a:pt x="29" y="18"/>
                  </a:cubicBezTo>
                  <a:moveTo>
                    <a:pt x="24" y="21"/>
                  </a:moveTo>
                  <a:cubicBezTo>
                    <a:pt x="23" y="21"/>
                    <a:pt x="22" y="21"/>
                    <a:pt x="21" y="20"/>
                  </a:cubicBezTo>
                  <a:cubicBezTo>
                    <a:pt x="21" y="20"/>
                    <a:pt x="20" y="20"/>
                    <a:pt x="19" y="19"/>
                  </a:cubicBezTo>
                  <a:cubicBezTo>
                    <a:pt x="19" y="19"/>
                    <a:pt x="19" y="18"/>
                    <a:pt x="18" y="18"/>
                  </a:cubicBezTo>
                  <a:cubicBezTo>
                    <a:pt x="18" y="17"/>
                    <a:pt x="18" y="17"/>
                    <a:pt x="18" y="16"/>
                  </a:cubicBezTo>
                  <a:cubicBezTo>
                    <a:pt x="18" y="16"/>
                    <a:pt x="19" y="15"/>
                    <a:pt x="20" y="14"/>
                  </a:cubicBezTo>
                  <a:cubicBezTo>
                    <a:pt x="20" y="14"/>
                    <a:pt x="21" y="14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1" y="13"/>
                    <a:pt x="21" y="12"/>
                    <a:pt x="20" y="12"/>
                  </a:cubicBezTo>
                  <a:cubicBezTo>
                    <a:pt x="20" y="11"/>
                    <a:pt x="20" y="11"/>
                    <a:pt x="20" y="10"/>
                  </a:cubicBezTo>
                  <a:cubicBezTo>
                    <a:pt x="20" y="9"/>
                    <a:pt x="21" y="8"/>
                    <a:pt x="22" y="8"/>
                  </a:cubicBezTo>
                  <a:cubicBezTo>
                    <a:pt x="24" y="7"/>
                    <a:pt x="25" y="7"/>
                    <a:pt x="27" y="7"/>
                  </a:cubicBezTo>
                  <a:cubicBezTo>
                    <a:pt x="29" y="8"/>
                    <a:pt x="30" y="8"/>
                    <a:pt x="31" y="9"/>
                  </a:cubicBezTo>
                  <a:cubicBezTo>
                    <a:pt x="32" y="10"/>
                    <a:pt x="32" y="11"/>
                    <a:pt x="32" y="12"/>
                  </a:cubicBezTo>
                  <a:cubicBezTo>
                    <a:pt x="32" y="12"/>
                    <a:pt x="32" y="13"/>
                    <a:pt x="31" y="13"/>
                  </a:cubicBezTo>
                  <a:cubicBezTo>
                    <a:pt x="30" y="14"/>
                    <a:pt x="30" y="14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0" y="15"/>
                    <a:pt x="30" y="15"/>
                    <a:pt x="31" y="16"/>
                  </a:cubicBezTo>
                  <a:cubicBezTo>
                    <a:pt x="31" y="17"/>
                    <a:pt x="32" y="17"/>
                    <a:pt x="31" y="18"/>
                  </a:cubicBezTo>
                  <a:cubicBezTo>
                    <a:pt x="31" y="19"/>
                    <a:pt x="30" y="20"/>
                    <a:pt x="29" y="21"/>
                  </a:cubicBezTo>
                  <a:cubicBezTo>
                    <a:pt x="28" y="21"/>
                    <a:pt x="26" y="21"/>
                    <a:pt x="24" y="21"/>
                  </a:cubicBezTo>
                  <a:moveTo>
                    <a:pt x="50" y="13"/>
                  </a:moveTo>
                  <a:cubicBezTo>
                    <a:pt x="50" y="12"/>
                    <a:pt x="49" y="11"/>
                    <a:pt x="49" y="11"/>
                  </a:cubicBezTo>
                  <a:cubicBezTo>
                    <a:pt x="49" y="10"/>
                    <a:pt x="49" y="10"/>
                    <a:pt x="48" y="10"/>
                  </a:cubicBezTo>
                  <a:cubicBezTo>
                    <a:pt x="48" y="9"/>
                    <a:pt x="47" y="9"/>
                    <a:pt x="47" y="9"/>
                  </a:cubicBezTo>
                  <a:cubicBezTo>
                    <a:pt x="47" y="9"/>
                    <a:pt x="46" y="9"/>
                    <a:pt x="46" y="9"/>
                  </a:cubicBezTo>
                  <a:cubicBezTo>
                    <a:pt x="45" y="9"/>
                    <a:pt x="44" y="9"/>
                    <a:pt x="43" y="10"/>
                  </a:cubicBezTo>
                  <a:cubicBezTo>
                    <a:pt x="42" y="10"/>
                    <a:pt x="42" y="11"/>
                    <a:pt x="42" y="12"/>
                  </a:cubicBezTo>
                  <a:cubicBezTo>
                    <a:pt x="42" y="12"/>
                    <a:pt x="42" y="13"/>
                    <a:pt x="42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5" y="15"/>
                  </a:cubicBezTo>
                  <a:cubicBezTo>
                    <a:pt x="45" y="15"/>
                    <a:pt x="45" y="15"/>
                    <a:pt x="46" y="15"/>
                  </a:cubicBezTo>
                  <a:cubicBezTo>
                    <a:pt x="47" y="15"/>
                    <a:pt x="47" y="15"/>
                    <a:pt x="48" y="14"/>
                  </a:cubicBezTo>
                  <a:cubicBezTo>
                    <a:pt x="48" y="14"/>
                    <a:pt x="49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3"/>
                    <a:pt x="50" y="13"/>
                    <a:pt x="50" y="13"/>
                  </a:cubicBezTo>
                  <a:moveTo>
                    <a:pt x="39" y="12"/>
                  </a:moveTo>
                  <a:cubicBezTo>
                    <a:pt x="39" y="11"/>
                    <a:pt x="40" y="11"/>
                    <a:pt x="40" y="10"/>
                  </a:cubicBezTo>
                  <a:cubicBezTo>
                    <a:pt x="40" y="9"/>
                    <a:pt x="41" y="9"/>
                    <a:pt x="41" y="9"/>
                  </a:cubicBezTo>
                  <a:cubicBezTo>
                    <a:pt x="42" y="8"/>
                    <a:pt x="42" y="8"/>
                    <a:pt x="43" y="8"/>
                  </a:cubicBezTo>
                  <a:cubicBezTo>
                    <a:pt x="44" y="7"/>
                    <a:pt x="45" y="7"/>
                    <a:pt x="46" y="7"/>
                  </a:cubicBezTo>
                  <a:cubicBezTo>
                    <a:pt x="47" y="7"/>
                    <a:pt x="47" y="7"/>
                    <a:pt x="48" y="8"/>
                  </a:cubicBezTo>
                  <a:cubicBezTo>
                    <a:pt x="49" y="8"/>
                    <a:pt x="50" y="8"/>
                    <a:pt x="50" y="9"/>
                  </a:cubicBezTo>
                  <a:cubicBezTo>
                    <a:pt x="51" y="9"/>
                    <a:pt x="51" y="10"/>
                    <a:pt x="52" y="10"/>
                  </a:cubicBezTo>
                  <a:cubicBezTo>
                    <a:pt x="52" y="11"/>
                    <a:pt x="52" y="12"/>
                    <a:pt x="52" y="13"/>
                  </a:cubicBezTo>
                  <a:cubicBezTo>
                    <a:pt x="52" y="15"/>
                    <a:pt x="52" y="16"/>
                    <a:pt x="52" y="17"/>
                  </a:cubicBezTo>
                  <a:cubicBezTo>
                    <a:pt x="51" y="18"/>
                    <a:pt x="51" y="18"/>
                    <a:pt x="50" y="19"/>
                  </a:cubicBezTo>
                  <a:cubicBezTo>
                    <a:pt x="49" y="20"/>
                    <a:pt x="48" y="20"/>
                    <a:pt x="47" y="21"/>
                  </a:cubicBezTo>
                  <a:cubicBezTo>
                    <a:pt x="46" y="21"/>
                    <a:pt x="45" y="21"/>
                    <a:pt x="43" y="21"/>
                  </a:cubicBezTo>
                  <a:cubicBezTo>
                    <a:pt x="43" y="21"/>
                    <a:pt x="43" y="21"/>
                    <a:pt x="42" y="21"/>
                  </a:cubicBezTo>
                  <a:cubicBezTo>
                    <a:pt x="42" y="21"/>
                    <a:pt x="41" y="21"/>
                    <a:pt x="41" y="21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2" y="19"/>
                    <a:pt x="42" y="19"/>
                  </a:cubicBezTo>
                  <a:cubicBezTo>
                    <a:pt x="43" y="20"/>
                    <a:pt x="43" y="20"/>
                    <a:pt x="44" y="20"/>
                  </a:cubicBezTo>
                  <a:cubicBezTo>
                    <a:pt x="45" y="20"/>
                    <a:pt x="47" y="19"/>
                    <a:pt x="48" y="18"/>
                  </a:cubicBezTo>
                  <a:cubicBezTo>
                    <a:pt x="49" y="18"/>
                    <a:pt x="49" y="17"/>
                    <a:pt x="50" y="15"/>
                  </a:cubicBezTo>
                  <a:cubicBezTo>
                    <a:pt x="49" y="15"/>
                    <a:pt x="48" y="16"/>
                    <a:pt x="47" y="16"/>
                  </a:cubicBezTo>
                  <a:cubicBezTo>
                    <a:pt x="47" y="16"/>
                    <a:pt x="46" y="16"/>
                    <a:pt x="45" y="16"/>
                  </a:cubicBezTo>
                  <a:cubicBezTo>
                    <a:pt x="45" y="16"/>
                    <a:pt x="44" y="16"/>
                    <a:pt x="43" y="16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1" y="15"/>
                    <a:pt x="40" y="14"/>
                    <a:pt x="40" y="14"/>
                  </a:cubicBezTo>
                  <a:cubicBezTo>
                    <a:pt x="40" y="13"/>
                    <a:pt x="39" y="13"/>
                    <a:pt x="39" y="12"/>
                  </a:cubicBezTo>
                  <a:moveTo>
                    <a:pt x="68" y="1"/>
                  </a:moveTo>
                  <a:cubicBezTo>
                    <a:pt x="68" y="14"/>
                    <a:pt x="68" y="14"/>
                    <a:pt x="68" y="14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67" y="0"/>
                    <a:pt x="67" y="0"/>
                    <a:pt x="67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 151">
              <a:extLst>
                <a:ext uri="{FF2B5EF4-FFF2-40B4-BE49-F238E27FC236}">
                  <a16:creationId xmlns:a16="http://schemas.microsoft.com/office/drawing/2014/main" id="{7B5B4228-6BFA-43A9-9EC3-670A72196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763" y="1404658"/>
              <a:ext cx="33338" cy="42863"/>
            </a:xfrm>
            <a:custGeom>
              <a:avLst/>
              <a:gdLst>
                <a:gd name="T0" fmla="*/ 2 w 8"/>
                <a:gd name="T1" fmla="*/ 9 h 10"/>
                <a:gd name="T2" fmla="*/ 1 w 8"/>
                <a:gd name="T3" fmla="*/ 6 h 10"/>
                <a:gd name="T4" fmla="*/ 1 w 8"/>
                <a:gd name="T5" fmla="*/ 3 h 10"/>
                <a:gd name="T6" fmla="*/ 7 w 8"/>
                <a:gd name="T7" fmla="*/ 2 h 10"/>
                <a:gd name="T8" fmla="*/ 7 w 8"/>
                <a:gd name="T9" fmla="*/ 4 h 10"/>
                <a:gd name="T10" fmla="*/ 7 w 8"/>
                <a:gd name="T11" fmla="*/ 9 h 10"/>
                <a:gd name="T12" fmla="*/ 2 w 8"/>
                <a:gd name="T1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0">
                  <a:moveTo>
                    <a:pt x="2" y="9"/>
                  </a:moveTo>
                  <a:cubicBezTo>
                    <a:pt x="0" y="8"/>
                    <a:pt x="1" y="8"/>
                    <a:pt x="1" y="6"/>
                  </a:cubicBezTo>
                  <a:cubicBezTo>
                    <a:pt x="1" y="5"/>
                    <a:pt x="1" y="3"/>
                    <a:pt x="1" y="3"/>
                  </a:cubicBezTo>
                  <a:cubicBezTo>
                    <a:pt x="2" y="0"/>
                    <a:pt x="5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8" y="5"/>
                    <a:pt x="8" y="8"/>
                    <a:pt x="7" y="9"/>
                  </a:cubicBezTo>
                  <a:cubicBezTo>
                    <a:pt x="5" y="9"/>
                    <a:pt x="3" y="10"/>
                    <a:pt x="2" y="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 152">
              <a:extLst>
                <a:ext uri="{FF2B5EF4-FFF2-40B4-BE49-F238E27FC236}">
                  <a16:creationId xmlns:a16="http://schemas.microsoft.com/office/drawing/2014/main" id="{B055F531-5566-4B69-B85D-45E9D3733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0" y="1293533"/>
              <a:ext cx="134938" cy="115888"/>
            </a:xfrm>
            <a:custGeom>
              <a:avLst/>
              <a:gdLst>
                <a:gd name="T0" fmla="*/ 5 w 32"/>
                <a:gd name="T1" fmla="*/ 27 h 27"/>
                <a:gd name="T2" fmla="*/ 5 w 32"/>
                <a:gd name="T3" fmla="*/ 27 h 27"/>
                <a:gd name="T4" fmla="*/ 5 w 32"/>
                <a:gd name="T5" fmla="*/ 26 h 27"/>
                <a:gd name="T6" fmla="*/ 11 w 32"/>
                <a:gd name="T7" fmla="*/ 24 h 27"/>
                <a:gd name="T8" fmla="*/ 15 w 32"/>
                <a:gd name="T9" fmla="*/ 21 h 27"/>
                <a:gd name="T10" fmla="*/ 5 w 32"/>
                <a:gd name="T11" fmla="*/ 22 h 27"/>
                <a:gd name="T12" fmla="*/ 1 w 32"/>
                <a:gd name="T13" fmla="*/ 20 h 27"/>
                <a:gd name="T14" fmla="*/ 1 w 32"/>
                <a:gd name="T15" fmla="*/ 19 h 27"/>
                <a:gd name="T16" fmla="*/ 2 w 32"/>
                <a:gd name="T17" fmla="*/ 16 h 27"/>
                <a:gd name="T18" fmla="*/ 15 w 32"/>
                <a:gd name="T19" fmla="*/ 16 h 27"/>
                <a:gd name="T20" fmla="*/ 19 w 32"/>
                <a:gd name="T21" fmla="*/ 16 h 27"/>
                <a:gd name="T22" fmla="*/ 23 w 32"/>
                <a:gd name="T23" fmla="*/ 2 h 27"/>
                <a:gd name="T24" fmla="*/ 28 w 32"/>
                <a:gd name="T25" fmla="*/ 4 h 27"/>
                <a:gd name="T26" fmla="*/ 28 w 32"/>
                <a:gd name="T27" fmla="*/ 6 h 27"/>
                <a:gd name="T28" fmla="*/ 29 w 32"/>
                <a:gd name="T29" fmla="*/ 6 h 27"/>
                <a:gd name="T30" fmla="*/ 27 w 32"/>
                <a:gd name="T31" fmla="*/ 9 h 27"/>
                <a:gd name="T32" fmla="*/ 24 w 32"/>
                <a:gd name="T33" fmla="*/ 15 h 27"/>
                <a:gd name="T34" fmla="*/ 32 w 32"/>
                <a:gd name="T35" fmla="*/ 15 h 27"/>
                <a:gd name="T36" fmla="*/ 30 w 32"/>
                <a:gd name="T37" fmla="*/ 18 h 27"/>
                <a:gd name="T38" fmla="*/ 23 w 32"/>
                <a:gd name="T39" fmla="*/ 19 h 27"/>
                <a:gd name="T40" fmla="*/ 18 w 32"/>
                <a:gd name="T41" fmla="*/ 25 h 27"/>
                <a:gd name="T42" fmla="*/ 16 w 32"/>
                <a:gd name="T43" fmla="*/ 26 h 27"/>
                <a:gd name="T44" fmla="*/ 11 w 32"/>
                <a:gd name="T45" fmla="*/ 27 h 27"/>
                <a:gd name="T46" fmla="*/ 5 w 32"/>
                <a:gd name="T4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" h="27">
                  <a:moveTo>
                    <a:pt x="5" y="27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6"/>
                  </a:cubicBezTo>
                  <a:cubicBezTo>
                    <a:pt x="6" y="26"/>
                    <a:pt x="11" y="25"/>
                    <a:pt x="11" y="24"/>
                  </a:cubicBezTo>
                  <a:cubicBezTo>
                    <a:pt x="13" y="24"/>
                    <a:pt x="14" y="23"/>
                    <a:pt x="15" y="21"/>
                  </a:cubicBezTo>
                  <a:cubicBezTo>
                    <a:pt x="12" y="21"/>
                    <a:pt x="8" y="23"/>
                    <a:pt x="5" y="22"/>
                  </a:cubicBezTo>
                  <a:cubicBezTo>
                    <a:pt x="3" y="22"/>
                    <a:pt x="2" y="20"/>
                    <a:pt x="1" y="20"/>
                  </a:cubicBezTo>
                  <a:cubicBezTo>
                    <a:pt x="1" y="20"/>
                    <a:pt x="1" y="19"/>
                    <a:pt x="1" y="19"/>
                  </a:cubicBezTo>
                  <a:cubicBezTo>
                    <a:pt x="0" y="18"/>
                    <a:pt x="0" y="16"/>
                    <a:pt x="2" y="16"/>
                  </a:cubicBezTo>
                  <a:cubicBezTo>
                    <a:pt x="5" y="18"/>
                    <a:pt x="11" y="17"/>
                    <a:pt x="15" y="16"/>
                  </a:cubicBezTo>
                  <a:cubicBezTo>
                    <a:pt x="16" y="16"/>
                    <a:pt x="18" y="16"/>
                    <a:pt x="19" y="16"/>
                  </a:cubicBezTo>
                  <a:cubicBezTo>
                    <a:pt x="21" y="11"/>
                    <a:pt x="21" y="7"/>
                    <a:pt x="23" y="2"/>
                  </a:cubicBezTo>
                  <a:cubicBezTo>
                    <a:pt x="25" y="0"/>
                    <a:pt x="26" y="2"/>
                    <a:pt x="28" y="4"/>
                  </a:cubicBezTo>
                  <a:cubicBezTo>
                    <a:pt x="28" y="5"/>
                    <a:pt x="28" y="5"/>
                    <a:pt x="28" y="6"/>
                  </a:cubicBezTo>
                  <a:cubicBezTo>
                    <a:pt x="28" y="6"/>
                    <a:pt x="28" y="6"/>
                    <a:pt x="29" y="6"/>
                  </a:cubicBezTo>
                  <a:cubicBezTo>
                    <a:pt x="29" y="7"/>
                    <a:pt x="29" y="8"/>
                    <a:pt x="27" y="9"/>
                  </a:cubicBezTo>
                  <a:cubicBezTo>
                    <a:pt x="26" y="11"/>
                    <a:pt x="25" y="13"/>
                    <a:pt x="24" y="15"/>
                  </a:cubicBezTo>
                  <a:cubicBezTo>
                    <a:pt x="27" y="16"/>
                    <a:pt x="29" y="14"/>
                    <a:pt x="32" y="15"/>
                  </a:cubicBezTo>
                  <a:cubicBezTo>
                    <a:pt x="32" y="16"/>
                    <a:pt x="31" y="17"/>
                    <a:pt x="30" y="18"/>
                  </a:cubicBezTo>
                  <a:cubicBezTo>
                    <a:pt x="28" y="18"/>
                    <a:pt x="25" y="19"/>
                    <a:pt x="23" y="19"/>
                  </a:cubicBezTo>
                  <a:cubicBezTo>
                    <a:pt x="22" y="21"/>
                    <a:pt x="20" y="24"/>
                    <a:pt x="18" y="25"/>
                  </a:cubicBezTo>
                  <a:cubicBezTo>
                    <a:pt x="18" y="25"/>
                    <a:pt x="16" y="26"/>
                    <a:pt x="16" y="26"/>
                  </a:cubicBezTo>
                  <a:cubicBezTo>
                    <a:pt x="14" y="27"/>
                    <a:pt x="13" y="27"/>
                    <a:pt x="11" y="27"/>
                  </a:cubicBezTo>
                  <a:cubicBezTo>
                    <a:pt x="6" y="27"/>
                    <a:pt x="6" y="27"/>
                    <a:pt x="5" y="2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 153">
              <a:extLst>
                <a:ext uri="{FF2B5EF4-FFF2-40B4-BE49-F238E27FC236}">
                  <a16:creationId xmlns:a16="http://schemas.microsoft.com/office/drawing/2014/main" id="{EE58139E-56E9-4331-952F-3CA210459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1366558"/>
              <a:ext cx="55563" cy="111125"/>
            </a:xfrm>
            <a:custGeom>
              <a:avLst/>
              <a:gdLst>
                <a:gd name="T0" fmla="*/ 6 w 13"/>
                <a:gd name="T1" fmla="*/ 26 h 26"/>
                <a:gd name="T2" fmla="*/ 0 w 13"/>
                <a:gd name="T3" fmla="*/ 23 h 26"/>
                <a:gd name="T4" fmla="*/ 0 w 13"/>
                <a:gd name="T5" fmla="*/ 22 h 26"/>
                <a:gd name="T6" fmla="*/ 8 w 13"/>
                <a:gd name="T7" fmla="*/ 8 h 26"/>
                <a:gd name="T8" fmla="*/ 10 w 13"/>
                <a:gd name="T9" fmla="*/ 2 h 26"/>
                <a:gd name="T10" fmla="*/ 10 w 13"/>
                <a:gd name="T11" fmla="*/ 1 h 26"/>
                <a:gd name="T12" fmla="*/ 10 w 13"/>
                <a:gd name="T13" fmla="*/ 1 h 26"/>
                <a:gd name="T14" fmla="*/ 12 w 13"/>
                <a:gd name="T15" fmla="*/ 1 h 26"/>
                <a:gd name="T16" fmla="*/ 11 w 13"/>
                <a:gd name="T17" fmla="*/ 5 h 26"/>
                <a:gd name="T18" fmla="*/ 10 w 13"/>
                <a:gd name="T19" fmla="*/ 12 h 26"/>
                <a:gd name="T20" fmla="*/ 10 w 13"/>
                <a:gd name="T21" fmla="*/ 15 h 26"/>
                <a:gd name="T22" fmla="*/ 8 w 13"/>
                <a:gd name="T23" fmla="*/ 20 h 26"/>
                <a:gd name="T24" fmla="*/ 6 w 13"/>
                <a:gd name="T25" fmla="*/ 25 h 26"/>
                <a:gd name="T26" fmla="*/ 6 w 13"/>
                <a:gd name="T2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26">
                  <a:moveTo>
                    <a:pt x="6" y="26"/>
                  </a:moveTo>
                  <a:cubicBezTo>
                    <a:pt x="4" y="25"/>
                    <a:pt x="1" y="24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3" y="17"/>
                    <a:pt x="6" y="13"/>
                    <a:pt x="8" y="8"/>
                  </a:cubicBezTo>
                  <a:cubicBezTo>
                    <a:pt x="8" y="6"/>
                    <a:pt x="9" y="4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2"/>
                    <a:pt x="11" y="4"/>
                    <a:pt x="11" y="5"/>
                  </a:cubicBezTo>
                  <a:cubicBezTo>
                    <a:pt x="11" y="7"/>
                    <a:pt x="11" y="9"/>
                    <a:pt x="10" y="12"/>
                  </a:cubicBezTo>
                  <a:cubicBezTo>
                    <a:pt x="10" y="12"/>
                    <a:pt x="10" y="12"/>
                    <a:pt x="10" y="15"/>
                  </a:cubicBezTo>
                  <a:cubicBezTo>
                    <a:pt x="9" y="16"/>
                    <a:pt x="8" y="19"/>
                    <a:pt x="8" y="20"/>
                  </a:cubicBezTo>
                  <a:cubicBezTo>
                    <a:pt x="7" y="21"/>
                    <a:pt x="8" y="24"/>
                    <a:pt x="6" y="25"/>
                  </a:cubicBezTo>
                  <a:cubicBezTo>
                    <a:pt x="6" y="25"/>
                    <a:pt x="6" y="25"/>
                    <a:pt x="6" y="2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 154">
              <a:extLst>
                <a:ext uri="{FF2B5EF4-FFF2-40B4-BE49-F238E27FC236}">
                  <a16:creationId xmlns:a16="http://schemas.microsoft.com/office/drawing/2014/main" id="{871852E9-4A18-44D1-99B3-BC3235CA3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938" y="1336396"/>
              <a:ext cx="42863" cy="47625"/>
            </a:xfrm>
            <a:custGeom>
              <a:avLst/>
              <a:gdLst>
                <a:gd name="T0" fmla="*/ 6 w 10"/>
                <a:gd name="T1" fmla="*/ 10 h 11"/>
                <a:gd name="T2" fmla="*/ 0 w 10"/>
                <a:gd name="T3" fmla="*/ 9 h 11"/>
                <a:gd name="T4" fmla="*/ 0 w 10"/>
                <a:gd name="T5" fmla="*/ 7 h 11"/>
                <a:gd name="T6" fmla="*/ 1 w 10"/>
                <a:gd name="T7" fmla="*/ 6 h 11"/>
                <a:gd name="T8" fmla="*/ 3 w 10"/>
                <a:gd name="T9" fmla="*/ 5 h 11"/>
                <a:gd name="T10" fmla="*/ 9 w 10"/>
                <a:gd name="T11" fmla="*/ 1 h 11"/>
                <a:gd name="T12" fmla="*/ 6 w 10"/>
                <a:gd name="T13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1">
                  <a:moveTo>
                    <a:pt x="6" y="10"/>
                  </a:moveTo>
                  <a:cubicBezTo>
                    <a:pt x="3" y="11"/>
                    <a:pt x="2" y="9"/>
                    <a:pt x="0" y="9"/>
                  </a:cubicBezTo>
                  <a:cubicBezTo>
                    <a:pt x="0" y="8"/>
                    <a:pt x="0" y="7"/>
                    <a:pt x="0" y="7"/>
                  </a:cubicBezTo>
                  <a:cubicBezTo>
                    <a:pt x="0" y="7"/>
                    <a:pt x="0" y="7"/>
                    <a:pt x="1" y="6"/>
                  </a:cubicBezTo>
                  <a:cubicBezTo>
                    <a:pt x="2" y="6"/>
                    <a:pt x="2" y="6"/>
                    <a:pt x="3" y="5"/>
                  </a:cubicBezTo>
                  <a:cubicBezTo>
                    <a:pt x="4" y="4"/>
                    <a:pt x="7" y="0"/>
                    <a:pt x="9" y="1"/>
                  </a:cubicBezTo>
                  <a:cubicBezTo>
                    <a:pt x="10" y="4"/>
                    <a:pt x="8" y="8"/>
                    <a:pt x="6" y="1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 155">
              <a:extLst>
                <a:ext uri="{FF2B5EF4-FFF2-40B4-BE49-F238E27FC236}">
                  <a16:creationId xmlns:a16="http://schemas.microsoft.com/office/drawing/2014/main" id="{4F9D7914-4FD7-4AAF-89AA-9E26BDA66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1353858"/>
              <a:ext cx="30163" cy="33338"/>
            </a:xfrm>
            <a:custGeom>
              <a:avLst/>
              <a:gdLst>
                <a:gd name="T0" fmla="*/ 3 w 7"/>
                <a:gd name="T1" fmla="*/ 8 h 8"/>
                <a:gd name="T2" fmla="*/ 0 w 7"/>
                <a:gd name="T3" fmla="*/ 3 h 8"/>
                <a:gd name="T4" fmla="*/ 4 w 7"/>
                <a:gd name="T5" fmla="*/ 0 h 8"/>
                <a:gd name="T6" fmla="*/ 7 w 7"/>
                <a:gd name="T7" fmla="*/ 5 h 8"/>
                <a:gd name="T8" fmla="*/ 3 w 7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2" y="8"/>
                    <a:pt x="0" y="4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2"/>
                    <a:pt x="7" y="2"/>
                    <a:pt x="7" y="5"/>
                  </a:cubicBezTo>
                  <a:cubicBezTo>
                    <a:pt x="6" y="7"/>
                    <a:pt x="5" y="7"/>
                    <a:pt x="3" y="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 156">
              <a:extLst>
                <a:ext uri="{FF2B5EF4-FFF2-40B4-BE49-F238E27FC236}">
                  <a16:creationId xmlns:a16="http://schemas.microsoft.com/office/drawing/2014/main" id="{AB55898B-3F13-4C98-A415-31126CEB4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475" y="1293533"/>
              <a:ext cx="50800" cy="60325"/>
            </a:xfrm>
            <a:custGeom>
              <a:avLst/>
              <a:gdLst>
                <a:gd name="T0" fmla="*/ 7 w 12"/>
                <a:gd name="T1" fmla="*/ 14 h 14"/>
                <a:gd name="T2" fmla="*/ 6 w 12"/>
                <a:gd name="T3" fmla="*/ 9 h 14"/>
                <a:gd name="T4" fmla="*/ 4 w 12"/>
                <a:gd name="T5" fmla="*/ 10 h 14"/>
                <a:gd name="T6" fmla="*/ 0 w 12"/>
                <a:gd name="T7" fmla="*/ 7 h 14"/>
                <a:gd name="T8" fmla="*/ 2 w 12"/>
                <a:gd name="T9" fmla="*/ 5 h 14"/>
                <a:gd name="T10" fmla="*/ 6 w 12"/>
                <a:gd name="T11" fmla="*/ 1 h 14"/>
                <a:gd name="T12" fmla="*/ 12 w 12"/>
                <a:gd name="T13" fmla="*/ 4 h 14"/>
                <a:gd name="T14" fmla="*/ 11 w 12"/>
                <a:gd name="T15" fmla="*/ 9 h 14"/>
                <a:gd name="T16" fmla="*/ 8 w 12"/>
                <a:gd name="T17" fmla="*/ 13 h 14"/>
                <a:gd name="T18" fmla="*/ 7 w 12"/>
                <a:gd name="T1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4">
                  <a:moveTo>
                    <a:pt x="7" y="14"/>
                  </a:moveTo>
                  <a:cubicBezTo>
                    <a:pt x="6" y="13"/>
                    <a:pt x="7" y="10"/>
                    <a:pt x="6" y="9"/>
                  </a:cubicBezTo>
                  <a:cubicBezTo>
                    <a:pt x="5" y="10"/>
                    <a:pt x="5" y="10"/>
                    <a:pt x="4" y="10"/>
                  </a:cubicBezTo>
                  <a:cubicBezTo>
                    <a:pt x="2" y="10"/>
                    <a:pt x="0" y="9"/>
                    <a:pt x="0" y="7"/>
                  </a:cubicBezTo>
                  <a:cubicBezTo>
                    <a:pt x="1" y="6"/>
                    <a:pt x="1" y="6"/>
                    <a:pt x="2" y="5"/>
                  </a:cubicBezTo>
                  <a:cubicBezTo>
                    <a:pt x="4" y="4"/>
                    <a:pt x="5" y="3"/>
                    <a:pt x="6" y="1"/>
                  </a:cubicBezTo>
                  <a:cubicBezTo>
                    <a:pt x="9" y="0"/>
                    <a:pt x="11" y="1"/>
                    <a:pt x="12" y="4"/>
                  </a:cubicBezTo>
                  <a:cubicBezTo>
                    <a:pt x="12" y="5"/>
                    <a:pt x="11" y="7"/>
                    <a:pt x="11" y="9"/>
                  </a:cubicBezTo>
                  <a:cubicBezTo>
                    <a:pt x="10" y="10"/>
                    <a:pt x="9" y="12"/>
                    <a:pt x="8" y="13"/>
                  </a:cubicBezTo>
                  <a:cubicBezTo>
                    <a:pt x="7" y="13"/>
                    <a:pt x="7" y="14"/>
                    <a:pt x="7" y="1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 157">
              <a:extLst>
                <a:ext uri="{FF2B5EF4-FFF2-40B4-BE49-F238E27FC236}">
                  <a16:creationId xmlns:a16="http://schemas.microsoft.com/office/drawing/2014/main" id="{ECBF40F9-0FE4-49CA-A995-09CD9D13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975" y="1306233"/>
              <a:ext cx="34925" cy="38100"/>
            </a:xfrm>
            <a:custGeom>
              <a:avLst/>
              <a:gdLst>
                <a:gd name="T0" fmla="*/ 4 w 8"/>
                <a:gd name="T1" fmla="*/ 9 h 9"/>
                <a:gd name="T2" fmla="*/ 3 w 8"/>
                <a:gd name="T3" fmla="*/ 7 h 9"/>
                <a:gd name="T4" fmla="*/ 1 w 8"/>
                <a:gd name="T5" fmla="*/ 4 h 9"/>
                <a:gd name="T6" fmla="*/ 1 w 8"/>
                <a:gd name="T7" fmla="*/ 0 h 9"/>
                <a:gd name="T8" fmla="*/ 8 w 8"/>
                <a:gd name="T9" fmla="*/ 4 h 9"/>
                <a:gd name="T10" fmla="*/ 4 w 8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9">
                  <a:moveTo>
                    <a:pt x="4" y="9"/>
                  </a:moveTo>
                  <a:cubicBezTo>
                    <a:pt x="3" y="8"/>
                    <a:pt x="3" y="8"/>
                    <a:pt x="3" y="7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1" y="2"/>
                    <a:pt x="0" y="2"/>
                    <a:pt x="1" y="0"/>
                  </a:cubicBezTo>
                  <a:cubicBezTo>
                    <a:pt x="3" y="0"/>
                    <a:pt x="8" y="1"/>
                    <a:pt x="8" y="4"/>
                  </a:cubicBezTo>
                  <a:cubicBezTo>
                    <a:pt x="7" y="6"/>
                    <a:pt x="5" y="8"/>
                    <a:pt x="4" y="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 158">
              <a:extLst>
                <a:ext uri="{FF2B5EF4-FFF2-40B4-BE49-F238E27FC236}">
                  <a16:creationId xmlns:a16="http://schemas.microsoft.com/office/drawing/2014/main" id="{D29C5C68-5BF7-4E6A-8BF2-EEA0071E5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1439583"/>
              <a:ext cx="127000" cy="222250"/>
            </a:xfrm>
            <a:custGeom>
              <a:avLst/>
              <a:gdLst>
                <a:gd name="T0" fmla="*/ 17 w 30"/>
                <a:gd name="T1" fmla="*/ 50 h 52"/>
                <a:gd name="T2" fmla="*/ 10 w 30"/>
                <a:gd name="T3" fmla="*/ 48 h 52"/>
                <a:gd name="T4" fmla="*/ 10 w 30"/>
                <a:gd name="T5" fmla="*/ 46 h 52"/>
                <a:gd name="T6" fmla="*/ 10 w 30"/>
                <a:gd name="T7" fmla="*/ 46 h 52"/>
                <a:gd name="T8" fmla="*/ 6 w 30"/>
                <a:gd name="T9" fmla="*/ 36 h 52"/>
                <a:gd name="T10" fmla="*/ 6 w 30"/>
                <a:gd name="T11" fmla="*/ 33 h 52"/>
                <a:gd name="T12" fmla="*/ 8 w 30"/>
                <a:gd name="T13" fmla="*/ 35 h 52"/>
                <a:gd name="T14" fmla="*/ 9 w 30"/>
                <a:gd name="T15" fmla="*/ 33 h 52"/>
                <a:gd name="T16" fmla="*/ 8 w 30"/>
                <a:gd name="T17" fmla="*/ 26 h 52"/>
                <a:gd name="T18" fmla="*/ 7 w 30"/>
                <a:gd name="T19" fmla="*/ 24 h 52"/>
                <a:gd name="T20" fmla="*/ 3 w 30"/>
                <a:gd name="T21" fmla="*/ 27 h 52"/>
                <a:gd name="T22" fmla="*/ 3 w 30"/>
                <a:gd name="T23" fmla="*/ 21 h 52"/>
                <a:gd name="T24" fmla="*/ 0 w 30"/>
                <a:gd name="T25" fmla="*/ 18 h 52"/>
                <a:gd name="T26" fmla="*/ 5 w 30"/>
                <a:gd name="T27" fmla="*/ 16 h 52"/>
                <a:gd name="T28" fmla="*/ 7 w 30"/>
                <a:gd name="T29" fmla="*/ 18 h 52"/>
                <a:gd name="T30" fmla="*/ 9 w 30"/>
                <a:gd name="T31" fmla="*/ 20 h 52"/>
                <a:gd name="T32" fmla="*/ 9 w 30"/>
                <a:gd name="T33" fmla="*/ 19 h 52"/>
                <a:gd name="T34" fmla="*/ 9 w 30"/>
                <a:gd name="T35" fmla="*/ 14 h 52"/>
                <a:gd name="T36" fmla="*/ 5 w 30"/>
                <a:gd name="T37" fmla="*/ 8 h 52"/>
                <a:gd name="T38" fmla="*/ 9 w 30"/>
                <a:gd name="T39" fmla="*/ 5 h 52"/>
                <a:gd name="T40" fmla="*/ 10 w 30"/>
                <a:gd name="T41" fmla="*/ 1 h 52"/>
                <a:gd name="T42" fmla="*/ 11 w 30"/>
                <a:gd name="T43" fmla="*/ 0 h 52"/>
                <a:gd name="T44" fmla="*/ 13 w 30"/>
                <a:gd name="T45" fmla="*/ 1 h 52"/>
                <a:gd name="T46" fmla="*/ 14 w 30"/>
                <a:gd name="T47" fmla="*/ 10 h 52"/>
                <a:gd name="T48" fmla="*/ 13 w 30"/>
                <a:gd name="T49" fmla="*/ 7 h 52"/>
                <a:gd name="T50" fmla="*/ 17 w 30"/>
                <a:gd name="T51" fmla="*/ 2 h 52"/>
                <a:gd name="T52" fmla="*/ 20 w 30"/>
                <a:gd name="T53" fmla="*/ 6 h 52"/>
                <a:gd name="T54" fmla="*/ 20 w 30"/>
                <a:gd name="T55" fmla="*/ 7 h 52"/>
                <a:gd name="T56" fmla="*/ 28 w 30"/>
                <a:gd name="T57" fmla="*/ 12 h 52"/>
                <a:gd name="T58" fmla="*/ 29 w 30"/>
                <a:gd name="T59" fmla="*/ 15 h 52"/>
                <a:gd name="T60" fmla="*/ 29 w 30"/>
                <a:gd name="T61" fmla="*/ 16 h 52"/>
                <a:gd name="T62" fmla="*/ 29 w 30"/>
                <a:gd name="T63" fmla="*/ 16 h 52"/>
                <a:gd name="T64" fmla="*/ 28 w 30"/>
                <a:gd name="T65" fmla="*/ 19 h 52"/>
                <a:gd name="T66" fmla="*/ 18 w 30"/>
                <a:gd name="T67" fmla="*/ 12 h 52"/>
                <a:gd name="T68" fmla="*/ 18 w 30"/>
                <a:gd name="T69" fmla="*/ 12 h 52"/>
                <a:gd name="T70" fmla="*/ 21 w 30"/>
                <a:gd name="T71" fmla="*/ 20 h 52"/>
                <a:gd name="T72" fmla="*/ 18 w 30"/>
                <a:gd name="T73" fmla="*/ 21 h 52"/>
                <a:gd name="T74" fmla="*/ 17 w 30"/>
                <a:gd name="T75" fmla="*/ 20 h 52"/>
                <a:gd name="T76" fmla="*/ 12 w 30"/>
                <a:gd name="T77" fmla="*/ 15 h 52"/>
                <a:gd name="T78" fmla="*/ 13 w 30"/>
                <a:gd name="T79" fmla="*/ 22 h 52"/>
                <a:gd name="T80" fmla="*/ 13 w 30"/>
                <a:gd name="T81" fmla="*/ 24 h 52"/>
                <a:gd name="T82" fmla="*/ 16 w 30"/>
                <a:gd name="T83" fmla="*/ 28 h 52"/>
                <a:gd name="T84" fmla="*/ 17 w 30"/>
                <a:gd name="T85" fmla="*/ 30 h 52"/>
                <a:gd name="T86" fmla="*/ 17 w 30"/>
                <a:gd name="T87" fmla="*/ 30 h 52"/>
                <a:gd name="T88" fmla="*/ 17 w 30"/>
                <a:gd name="T89" fmla="*/ 35 h 52"/>
                <a:gd name="T90" fmla="*/ 16 w 30"/>
                <a:gd name="T91" fmla="*/ 34 h 52"/>
                <a:gd name="T92" fmla="*/ 13 w 30"/>
                <a:gd name="T93" fmla="*/ 30 h 52"/>
                <a:gd name="T94" fmla="*/ 12 w 30"/>
                <a:gd name="T95" fmla="*/ 35 h 52"/>
                <a:gd name="T96" fmla="*/ 10 w 30"/>
                <a:gd name="T97" fmla="*/ 36 h 52"/>
                <a:gd name="T98" fmla="*/ 10 w 30"/>
                <a:gd name="T99" fmla="*/ 36 h 52"/>
                <a:gd name="T100" fmla="*/ 9 w 30"/>
                <a:gd name="T101" fmla="*/ 37 h 52"/>
                <a:gd name="T102" fmla="*/ 11 w 30"/>
                <a:gd name="T103" fmla="*/ 39 h 52"/>
                <a:gd name="T104" fmla="*/ 18 w 30"/>
                <a:gd name="T105" fmla="*/ 49 h 52"/>
                <a:gd name="T106" fmla="*/ 17 w 30"/>
                <a:gd name="T107" fmla="*/ 5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0" h="52">
                  <a:moveTo>
                    <a:pt x="17" y="50"/>
                  </a:moveTo>
                  <a:cubicBezTo>
                    <a:pt x="15" y="52"/>
                    <a:pt x="10" y="51"/>
                    <a:pt x="10" y="48"/>
                  </a:cubicBezTo>
                  <a:cubicBezTo>
                    <a:pt x="10" y="47"/>
                    <a:pt x="10" y="47"/>
                    <a:pt x="10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3"/>
                    <a:pt x="7" y="40"/>
                    <a:pt x="6" y="36"/>
                  </a:cubicBezTo>
                  <a:cubicBezTo>
                    <a:pt x="6" y="35"/>
                    <a:pt x="5" y="34"/>
                    <a:pt x="6" y="33"/>
                  </a:cubicBezTo>
                  <a:cubicBezTo>
                    <a:pt x="6" y="33"/>
                    <a:pt x="7" y="34"/>
                    <a:pt x="8" y="35"/>
                  </a:cubicBezTo>
                  <a:cubicBezTo>
                    <a:pt x="8" y="35"/>
                    <a:pt x="9" y="34"/>
                    <a:pt x="9" y="33"/>
                  </a:cubicBezTo>
                  <a:cubicBezTo>
                    <a:pt x="8" y="31"/>
                    <a:pt x="9" y="28"/>
                    <a:pt x="8" y="26"/>
                  </a:cubicBezTo>
                  <a:cubicBezTo>
                    <a:pt x="8" y="25"/>
                    <a:pt x="7" y="25"/>
                    <a:pt x="7" y="24"/>
                  </a:cubicBezTo>
                  <a:cubicBezTo>
                    <a:pt x="6" y="25"/>
                    <a:pt x="5" y="29"/>
                    <a:pt x="3" y="27"/>
                  </a:cubicBezTo>
                  <a:cubicBezTo>
                    <a:pt x="4" y="26"/>
                    <a:pt x="4" y="23"/>
                    <a:pt x="3" y="21"/>
                  </a:cubicBezTo>
                  <a:cubicBezTo>
                    <a:pt x="2" y="20"/>
                    <a:pt x="0" y="19"/>
                    <a:pt x="0" y="18"/>
                  </a:cubicBezTo>
                  <a:cubicBezTo>
                    <a:pt x="0" y="16"/>
                    <a:pt x="3" y="16"/>
                    <a:pt x="5" y="16"/>
                  </a:cubicBezTo>
                  <a:cubicBezTo>
                    <a:pt x="6" y="17"/>
                    <a:pt x="6" y="14"/>
                    <a:pt x="7" y="18"/>
                  </a:cubicBezTo>
                  <a:cubicBezTo>
                    <a:pt x="7" y="19"/>
                    <a:pt x="8" y="19"/>
                    <a:pt x="9" y="20"/>
                  </a:cubicBezTo>
                  <a:cubicBezTo>
                    <a:pt x="9" y="20"/>
                    <a:pt x="9" y="19"/>
                    <a:pt x="9" y="19"/>
                  </a:cubicBezTo>
                  <a:cubicBezTo>
                    <a:pt x="9" y="17"/>
                    <a:pt x="9" y="15"/>
                    <a:pt x="9" y="14"/>
                  </a:cubicBezTo>
                  <a:cubicBezTo>
                    <a:pt x="8" y="12"/>
                    <a:pt x="6" y="10"/>
                    <a:pt x="5" y="8"/>
                  </a:cubicBezTo>
                  <a:cubicBezTo>
                    <a:pt x="5" y="6"/>
                    <a:pt x="7" y="5"/>
                    <a:pt x="9" y="5"/>
                  </a:cubicBezTo>
                  <a:cubicBezTo>
                    <a:pt x="10" y="4"/>
                    <a:pt x="10" y="3"/>
                    <a:pt x="10" y="1"/>
                  </a:cubicBezTo>
                  <a:cubicBezTo>
                    <a:pt x="10" y="1"/>
                    <a:pt x="10" y="1"/>
                    <a:pt x="11" y="0"/>
                  </a:cubicBezTo>
                  <a:cubicBezTo>
                    <a:pt x="11" y="0"/>
                    <a:pt x="12" y="0"/>
                    <a:pt x="13" y="1"/>
                  </a:cubicBezTo>
                  <a:cubicBezTo>
                    <a:pt x="14" y="3"/>
                    <a:pt x="11" y="9"/>
                    <a:pt x="14" y="10"/>
                  </a:cubicBezTo>
                  <a:cubicBezTo>
                    <a:pt x="15" y="8"/>
                    <a:pt x="14" y="7"/>
                    <a:pt x="13" y="7"/>
                  </a:cubicBezTo>
                  <a:cubicBezTo>
                    <a:pt x="13" y="5"/>
                    <a:pt x="16" y="3"/>
                    <a:pt x="17" y="2"/>
                  </a:cubicBezTo>
                  <a:cubicBezTo>
                    <a:pt x="20" y="2"/>
                    <a:pt x="20" y="4"/>
                    <a:pt x="20" y="6"/>
                  </a:cubicBezTo>
                  <a:cubicBezTo>
                    <a:pt x="20" y="6"/>
                    <a:pt x="20" y="6"/>
                    <a:pt x="20" y="7"/>
                  </a:cubicBezTo>
                  <a:cubicBezTo>
                    <a:pt x="23" y="9"/>
                    <a:pt x="23" y="9"/>
                    <a:pt x="28" y="12"/>
                  </a:cubicBezTo>
                  <a:cubicBezTo>
                    <a:pt x="28" y="13"/>
                    <a:pt x="29" y="14"/>
                    <a:pt x="29" y="15"/>
                  </a:cubicBezTo>
                  <a:cubicBezTo>
                    <a:pt x="29" y="15"/>
                    <a:pt x="29" y="15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9"/>
                    <a:pt x="28" y="19"/>
                  </a:cubicBezTo>
                  <a:cubicBezTo>
                    <a:pt x="25" y="17"/>
                    <a:pt x="21" y="14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13"/>
                    <a:pt x="21" y="17"/>
                    <a:pt x="21" y="20"/>
                  </a:cubicBezTo>
                  <a:cubicBezTo>
                    <a:pt x="21" y="21"/>
                    <a:pt x="19" y="22"/>
                    <a:pt x="18" y="21"/>
                  </a:cubicBezTo>
                  <a:cubicBezTo>
                    <a:pt x="17" y="21"/>
                    <a:pt x="17" y="20"/>
                    <a:pt x="17" y="20"/>
                  </a:cubicBezTo>
                  <a:cubicBezTo>
                    <a:pt x="16" y="18"/>
                    <a:pt x="13" y="16"/>
                    <a:pt x="12" y="15"/>
                  </a:cubicBezTo>
                  <a:cubicBezTo>
                    <a:pt x="11" y="17"/>
                    <a:pt x="12" y="20"/>
                    <a:pt x="13" y="22"/>
                  </a:cubicBezTo>
                  <a:cubicBezTo>
                    <a:pt x="13" y="23"/>
                    <a:pt x="13" y="23"/>
                    <a:pt x="13" y="24"/>
                  </a:cubicBezTo>
                  <a:cubicBezTo>
                    <a:pt x="14" y="26"/>
                    <a:pt x="15" y="27"/>
                    <a:pt x="16" y="28"/>
                  </a:cubicBezTo>
                  <a:cubicBezTo>
                    <a:pt x="17" y="29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2"/>
                    <a:pt x="19" y="35"/>
                    <a:pt x="17" y="35"/>
                  </a:cubicBezTo>
                  <a:cubicBezTo>
                    <a:pt x="17" y="35"/>
                    <a:pt x="17" y="35"/>
                    <a:pt x="16" y="34"/>
                  </a:cubicBezTo>
                  <a:cubicBezTo>
                    <a:pt x="16" y="33"/>
                    <a:pt x="14" y="31"/>
                    <a:pt x="13" y="30"/>
                  </a:cubicBezTo>
                  <a:cubicBezTo>
                    <a:pt x="12" y="32"/>
                    <a:pt x="13" y="33"/>
                    <a:pt x="12" y="35"/>
                  </a:cubicBezTo>
                  <a:cubicBezTo>
                    <a:pt x="12" y="35"/>
                    <a:pt x="11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7"/>
                    <a:pt x="9" y="37"/>
                    <a:pt x="9" y="37"/>
                  </a:cubicBezTo>
                  <a:cubicBezTo>
                    <a:pt x="10" y="38"/>
                    <a:pt x="10" y="38"/>
                    <a:pt x="11" y="39"/>
                  </a:cubicBezTo>
                  <a:cubicBezTo>
                    <a:pt x="13" y="43"/>
                    <a:pt x="15" y="46"/>
                    <a:pt x="18" y="49"/>
                  </a:cubicBezTo>
                  <a:cubicBezTo>
                    <a:pt x="18" y="50"/>
                    <a:pt x="18" y="50"/>
                    <a:pt x="17" y="5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 159">
              <a:extLst>
                <a:ext uri="{FF2B5EF4-FFF2-40B4-BE49-F238E27FC236}">
                  <a16:creationId xmlns:a16="http://schemas.microsoft.com/office/drawing/2014/main" id="{127BC7AF-07F0-4666-A321-C4EB83156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475" y="1563408"/>
              <a:ext cx="38100" cy="30163"/>
            </a:xfrm>
            <a:custGeom>
              <a:avLst/>
              <a:gdLst>
                <a:gd name="T0" fmla="*/ 7 w 9"/>
                <a:gd name="T1" fmla="*/ 7 h 7"/>
                <a:gd name="T2" fmla="*/ 5 w 9"/>
                <a:gd name="T3" fmla="*/ 6 h 7"/>
                <a:gd name="T4" fmla="*/ 0 w 9"/>
                <a:gd name="T5" fmla="*/ 2 h 7"/>
                <a:gd name="T6" fmla="*/ 1 w 9"/>
                <a:gd name="T7" fmla="*/ 1 h 7"/>
                <a:gd name="T8" fmla="*/ 6 w 9"/>
                <a:gd name="T9" fmla="*/ 0 h 7"/>
                <a:gd name="T10" fmla="*/ 7 w 9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7">
                  <a:moveTo>
                    <a:pt x="7" y="7"/>
                  </a:moveTo>
                  <a:cubicBezTo>
                    <a:pt x="6" y="7"/>
                    <a:pt x="6" y="6"/>
                    <a:pt x="5" y="6"/>
                  </a:cubicBezTo>
                  <a:cubicBezTo>
                    <a:pt x="3" y="5"/>
                    <a:pt x="1" y="4"/>
                    <a:pt x="0" y="2"/>
                  </a:cubicBezTo>
                  <a:cubicBezTo>
                    <a:pt x="0" y="2"/>
                    <a:pt x="0" y="2"/>
                    <a:pt x="1" y="1"/>
                  </a:cubicBezTo>
                  <a:cubicBezTo>
                    <a:pt x="2" y="1"/>
                    <a:pt x="4" y="1"/>
                    <a:pt x="6" y="0"/>
                  </a:cubicBezTo>
                  <a:cubicBezTo>
                    <a:pt x="9" y="1"/>
                    <a:pt x="8" y="5"/>
                    <a:pt x="7" y="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7" name="Freeform 160">
              <a:extLst>
                <a:ext uri="{FF2B5EF4-FFF2-40B4-BE49-F238E27FC236}">
                  <a16:creationId xmlns:a16="http://schemas.microsoft.com/office/drawing/2014/main" id="{A291CA0E-6D18-4790-A6AE-30B9E9316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075" y="1530071"/>
              <a:ext cx="33338" cy="33338"/>
            </a:xfrm>
            <a:custGeom>
              <a:avLst/>
              <a:gdLst>
                <a:gd name="T0" fmla="*/ 7 w 8"/>
                <a:gd name="T1" fmla="*/ 8 h 8"/>
                <a:gd name="T2" fmla="*/ 6 w 8"/>
                <a:gd name="T3" fmla="*/ 8 h 8"/>
                <a:gd name="T4" fmla="*/ 5 w 8"/>
                <a:gd name="T5" fmla="*/ 7 h 8"/>
                <a:gd name="T6" fmla="*/ 0 w 8"/>
                <a:gd name="T7" fmla="*/ 2 h 8"/>
                <a:gd name="T8" fmla="*/ 2 w 8"/>
                <a:gd name="T9" fmla="*/ 2 h 8"/>
                <a:gd name="T10" fmla="*/ 8 w 8"/>
                <a:gd name="T11" fmla="*/ 4 h 8"/>
                <a:gd name="T12" fmla="*/ 7 w 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8">
                  <a:moveTo>
                    <a:pt x="7" y="8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7"/>
                    <a:pt x="5" y="7"/>
                  </a:cubicBezTo>
                  <a:cubicBezTo>
                    <a:pt x="2" y="7"/>
                    <a:pt x="0" y="5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4" y="2"/>
                    <a:pt x="8" y="0"/>
                    <a:pt x="8" y="4"/>
                  </a:cubicBezTo>
                  <a:cubicBezTo>
                    <a:pt x="8" y="5"/>
                    <a:pt x="7" y="7"/>
                    <a:pt x="7" y="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8" name="Freeform 161">
              <a:extLst>
                <a:ext uri="{FF2B5EF4-FFF2-40B4-BE49-F238E27FC236}">
                  <a16:creationId xmlns:a16="http://schemas.microsoft.com/office/drawing/2014/main" id="{D212A243-C982-4B23-95C3-2DCFE9D7F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638" y="1558646"/>
              <a:ext cx="444500" cy="377825"/>
            </a:xfrm>
            <a:custGeom>
              <a:avLst/>
              <a:gdLst>
                <a:gd name="T0" fmla="*/ 105 w 105"/>
                <a:gd name="T1" fmla="*/ 4 h 88"/>
                <a:gd name="T2" fmla="*/ 78 w 105"/>
                <a:gd name="T3" fmla="*/ 4 h 88"/>
                <a:gd name="T4" fmla="*/ 63 w 105"/>
                <a:gd name="T5" fmla="*/ 19 h 88"/>
                <a:gd name="T6" fmla="*/ 58 w 105"/>
                <a:gd name="T7" fmla="*/ 9 h 88"/>
                <a:gd name="T8" fmla="*/ 66 w 105"/>
                <a:gd name="T9" fmla="*/ 6 h 88"/>
                <a:gd name="T10" fmla="*/ 46 w 105"/>
                <a:gd name="T11" fmla="*/ 6 h 88"/>
                <a:gd name="T12" fmla="*/ 42 w 105"/>
                <a:gd name="T13" fmla="*/ 19 h 88"/>
                <a:gd name="T14" fmla="*/ 28 w 105"/>
                <a:gd name="T15" fmla="*/ 4 h 88"/>
                <a:gd name="T16" fmla="*/ 0 w 105"/>
                <a:gd name="T17" fmla="*/ 4 h 88"/>
                <a:gd name="T18" fmla="*/ 20 w 105"/>
                <a:gd name="T19" fmla="*/ 12 h 88"/>
                <a:gd name="T20" fmla="*/ 22 w 105"/>
                <a:gd name="T21" fmla="*/ 17 h 88"/>
                <a:gd name="T22" fmla="*/ 8 w 105"/>
                <a:gd name="T23" fmla="*/ 17 h 88"/>
                <a:gd name="T24" fmla="*/ 25 w 105"/>
                <a:gd name="T25" fmla="*/ 24 h 88"/>
                <a:gd name="T26" fmla="*/ 28 w 105"/>
                <a:gd name="T27" fmla="*/ 30 h 88"/>
                <a:gd name="T28" fmla="*/ 17 w 105"/>
                <a:gd name="T29" fmla="*/ 30 h 88"/>
                <a:gd name="T30" fmla="*/ 31 w 105"/>
                <a:gd name="T31" fmla="*/ 37 h 88"/>
                <a:gd name="T32" fmla="*/ 33 w 105"/>
                <a:gd name="T33" fmla="*/ 42 h 88"/>
                <a:gd name="T34" fmla="*/ 24 w 105"/>
                <a:gd name="T35" fmla="*/ 42 h 88"/>
                <a:gd name="T36" fmla="*/ 36 w 105"/>
                <a:gd name="T37" fmla="*/ 49 h 88"/>
                <a:gd name="T38" fmla="*/ 38 w 105"/>
                <a:gd name="T39" fmla="*/ 54 h 88"/>
                <a:gd name="T40" fmla="*/ 32 w 105"/>
                <a:gd name="T41" fmla="*/ 54 h 88"/>
                <a:gd name="T42" fmla="*/ 41 w 105"/>
                <a:gd name="T43" fmla="*/ 61 h 88"/>
                <a:gd name="T44" fmla="*/ 41 w 105"/>
                <a:gd name="T45" fmla="*/ 69 h 88"/>
                <a:gd name="T46" fmla="*/ 52 w 105"/>
                <a:gd name="T47" fmla="*/ 88 h 88"/>
                <a:gd name="T48" fmla="*/ 64 w 105"/>
                <a:gd name="T49" fmla="*/ 69 h 88"/>
                <a:gd name="T50" fmla="*/ 64 w 105"/>
                <a:gd name="T51" fmla="*/ 61 h 88"/>
                <a:gd name="T52" fmla="*/ 73 w 105"/>
                <a:gd name="T53" fmla="*/ 54 h 88"/>
                <a:gd name="T54" fmla="*/ 67 w 105"/>
                <a:gd name="T55" fmla="*/ 54 h 88"/>
                <a:gd name="T56" fmla="*/ 69 w 105"/>
                <a:gd name="T57" fmla="*/ 49 h 88"/>
                <a:gd name="T58" fmla="*/ 81 w 105"/>
                <a:gd name="T59" fmla="*/ 42 h 88"/>
                <a:gd name="T60" fmla="*/ 72 w 105"/>
                <a:gd name="T61" fmla="*/ 42 h 88"/>
                <a:gd name="T62" fmla="*/ 74 w 105"/>
                <a:gd name="T63" fmla="*/ 37 h 88"/>
                <a:gd name="T64" fmla="*/ 88 w 105"/>
                <a:gd name="T65" fmla="*/ 30 h 88"/>
                <a:gd name="T66" fmla="*/ 77 w 105"/>
                <a:gd name="T67" fmla="*/ 30 h 88"/>
                <a:gd name="T68" fmla="*/ 80 w 105"/>
                <a:gd name="T69" fmla="*/ 24 h 88"/>
                <a:gd name="T70" fmla="*/ 97 w 105"/>
                <a:gd name="T71" fmla="*/ 17 h 88"/>
                <a:gd name="T72" fmla="*/ 83 w 105"/>
                <a:gd name="T73" fmla="*/ 17 h 88"/>
                <a:gd name="T74" fmla="*/ 85 w 105"/>
                <a:gd name="T75" fmla="*/ 12 h 88"/>
                <a:gd name="T76" fmla="*/ 105 w 105"/>
                <a:gd name="T77" fmla="*/ 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5" h="88">
                  <a:moveTo>
                    <a:pt x="105" y="4"/>
                  </a:moveTo>
                  <a:cubicBezTo>
                    <a:pt x="78" y="4"/>
                    <a:pt x="78" y="4"/>
                    <a:pt x="78" y="4"/>
                  </a:cubicBezTo>
                  <a:cubicBezTo>
                    <a:pt x="70" y="4"/>
                    <a:pt x="66" y="12"/>
                    <a:pt x="63" y="1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1" y="2"/>
                    <a:pt x="47" y="0"/>
                    <a:pt x="46" y="6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0" y="13"/>
                    <a:pt x="36" y="4"/>
                    <a:pt x="2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1"/>
                    <a:pt x="7" y="13"/>
                    <a:pt x="20" y="12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2" y="24"/>
                    <a:pt x="14" y="25"/>
                    <a:pt x="25" y="24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35"/>
                    <a:pt x="22" y="38"/>
                    <a:pt x="31" y="37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7" y="47"/>
                    <a:pt x="29" y="50"/>
                    <a:pt x="36" y="49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4" y="60"/>
                    <a:pt x="37" y="60"/>
                    <a:pt x="41" y="61"/>
                  </a:cubicBezTo>
                  <a:cubicBezTo>
                    <a:pt x="44" y="61"/>
                    <a:pt x="45" y="67"/>
                    <a:pt x="41" y="69"/>
                  </a:cubicBezTo>
                  <a:cubicBezTo>
                    <a:pt x="52" y="88"/>
                    <a:pt x="52" y="88"/>
                    <a:pt x="52" y="88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0" y="67"/>
                    <a:pt x="61" y="61"/>
                    <a:pt x="64" y="61"/>
                  </a:cubicBezTo>
                  <a:cubicBezTo>
                    <a:pt x="68" y="60"/>
                    <a:pt x="71" y="60"/>
                    <a:pt x="73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9" y="49"/>
                    <a:pt x="69" y="49"/>
                    <a:pt x="69" y="49"/>
                  </a:cubicBezTo>
                  <a:cubicBezTo>
                    <a:pt x="76" y="50"/>
                    <a:pt x="78" y="47"/>
                    <a:pt x="81" y="42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83" y="38"/>
                    <a:pt x="86" y="35"/>
                    <a:pt x="8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91" y="25"/>
                    <a:pt x="93" y="24"/>
                    <a:pt x="97" y="17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98" y="13"/>
                    <a:pt x="101" y="11"/>
                    <a:pt x="105" y="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9" name="Freeform 162">
              <a:extLst>
                <a:ext uri="{FF2B5EF4-FFF2-40B4-BE49-F238E27FC236}">
                  <a16:creationId xmlns:a16="http://schemas.microsoft.com/office/drawing/2014/main" id="{0F69FC07-3DB9-4F99-ADF1-7DE3202CA7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25900" y="1477683"/>
              <a:ext cx="174625" cy="115888"/>
            </a:xfrm>
            <a:custGeom>
              <a:avLst/>
              <a:gdLst>
                <a:gd name="T0" fmla="*/ 40 w 41"/>
                <a:gd name="T1" fmla="*/ 9 h 27"/>
                <a:gd name="T2" fmla="*/ 38 w 41"/>
                <a:gd name="T3" fmla="*/ 8 h 27"/>
                <a:gd name="T4" fmla="*/ 37 w 41"/>
                <a:gd name="T5" fmla="*/ 7 h 27"/>
                <a:gd name="T6" fmla="*/ 39 w 41"/>
                <a:gd name="T7" fmla="*/ 6 h 27"/>
                <a:gd name="T8" fmla="*/ 41 w 41"/>
                <a:gd name="T9" fmla="*/ 3 h 27"/>
                <a:gd name="T10" fmla="*/ 34 w 41"/>
                <a:gd name="T11" fmla="*/ 3 h 27"/>
                <a:gd name="T12" fmla="*/ 28 w 41"/>
                <a:gd name="T13" fmla="*/ 1 h 27"/>
                <a:gd name="T14" fmla="*/ 28 w 41"/>
                <a:gd name="T15" fmla="*/ 3 h 27"/>
                <a:gd name="T16" fmla="*/ 27 w 41"/>
                <a:gd name="T17" fmla="*/ 4 h 27"/>
                <a:gd name="T18" fmla="*/ 27 w 41"/>
                <a:gd name="T19" fmla="*/ 4 h 27"/>
                <a:gd name="T20" fmla="*/ 27 w 41"/>
                <a:gd name="T21" fmla="*/ 6 h 27"/>
                <a:gd name="T22" fmla="*/ 26 w 41"/>
                <a:gd name="T23" fmla="*/ 6 h 27"/>
                <a:gd name="T24" fmla="*/ 24 w 41"/>
                <a:gd name="T25" fmla="*/ 5 h 27"/>
                <a:gd name="T26" fmla="*/ 22 w 41"/>
                <a:gd name="T27" fmla="*/ 7 h 27"/>
                <a:gd name="T28" fmla="*/ 22 w 41"/>
                <a:gd name="T29" fmla="*/ 9 h 27"/>
                <a:gd name="T30" fmla="*/ 24 w 41"/>
                <a:gd name="T31" fmla="*/ 9 h 27"/>
                <a:gd name="T32" fmla="*/ 26 w 41"/>
                <a:gd name="T33" fmla="*/ 10 h 27"/>
                <a:gd name="T34" fmla="*/ 23 w 41"/>
                <a:gd name="T35" fmla="*/ 12 h 27"/>
                <a:gd name="T36" fmla="*/ 20 w 41"/>
                <a:gd name="T37" fmla="*/ 11 h 27"/>
                <a:gd name="T38" fmla="*/ 10 w 41"/>
                <a:gd name="T39" fmla="*/ 9 h 27"/>
                <a:gd name="T40" fmla="*/ 10 w 41"/>
                <a:gd name="T41" fmla="*/ 10 h 27"/>
                <a:gd name="T42" fmla="*/ 15 w 41"/>
                <a:gd name="T43" fmla="*/ 13 h 27"/>
                <a:gd name="T44" fmla="*/ 25 w 41"/>
                <a:gd name="T45" fmla="*/ 16 h 27"/>
                <a:gd name="T46" fmla="*/ 24 w 41"/>
                <a:gd name="T47" fmla="*/ 17 h 27"/>
                <a:gd name="T48" fmla="*/ 19 w 41"/>
                <a:gd name="T49" fmla="*/ 16 h 27"/>
                <a:gd name="T50" fmla="*/ 15 w 41"/>
                <a:gd name="T51" fmla="*/ 16 h 27"/>
                <a:gd name="T52" fmla="*/ 14 w 41"/>
                <a:gd name="T53" fmla="*/ 16 h 27"/>
                <a:gd name="T54" fmla="*/ 3 w 41"/>
                <a:gd name="T55" fmla="*/ 12 h 27"/>
                <a:gd name="T56" fmla="*/ 1 w 41"/>
                <a:gd name="T57" fmla="*/ 10 h 27"/>
                <a:gd name="T58" fmla="*/ 2 w 41"/>
                <a:gd name="T59" fmla="*/ 16 h 27"/>
                <a:gd name="T60" fmla="*/ 10 w 41"/>
                <a:gd name="T61" fmla="*/ 19 h 27"/>
                <a:gd name="T62" fmla="*/ 10 w 41"/>
                <a:gd name="T63" fmla="*/ 20 h 27"/>
                <a:gd name="T64" fmla="*/ 7 w 41"/>
                <a:gd name="T65" fmla="*/ 22 h 27"/>
                <a:gd name="T66" fmla="*/ 3 w 41"/>
                <a:gd name="T67" fmla="*/ 21 h 27"/>
                <a:gd name="T68" fmla="*/ 7 w 41"/>
                <a:gd name="T69" fmla="*/ 27 h 27"/>
                <a:gd name="T70" fmla="*/ 8 w 41"/>
                <a:gd name="T71" fmla="*/ 27 h 27"/>
                <a:gd name="T72" fmla="*/ 14 w 41"/>
                <a:gd name="T73" fmla="*/ 22 h 27"/>
                <a:gd name="T74" fmla="*/ 18 w 41"/>
                <a:gd name="T75" fmla="*/ 23 h 27"/>
                <a:gd name="T76" fmla="*/ 17 w 41"/>
                <a:gd name="T77" fmla="*/ 18 h 27"/>
                <a:gd name="T78" fmla="*/ 18 w 41"/>
                <a:gd name="T79" fmla="*/ 17 h 27"/>
                <a:gd name="T80" fmla="*/ 24 w 41"/>
                <a:gd name="T81" fmla="*/ 18 h 27"/>
                <a:gd name="T82" fmla="*/ 28 w 41"/>
                <a:gd name="T83" fmla="*/ 20 h 27"/>
                <a:gd name="T84" fmla="*/ 31 w 41"/>
                <a:gd name="T85" fmla="*/ 17 h 27"/>
                <a:gd name="T86" fmla="*/ 31 w 41"/>
                <a:gd name="T87" fmla="*/ 16 h 27"/>
                <a:gd name="T88" fmla="*/ 40 w 41"/>
                <a:gd name="T89" fmla="*/ 11 h 27"/>
                <a:gd name="T90" fmla="*/ 29 w 41"/>
                <a:gd name="T91" fmla="*/ 12 h 27"/>
                <a:gd name="T92" fmla="*/ 30 w 41"/>
                <a:gd name="T93" fmla="*/ 10 h 27"/>
                <a:gd name="T94" fmla="*/ 28 w 41"/>
                <a:gd name="T95" fmla="*/ 10 h 27"/>
                <a:gd name="T96" fmla="*/ 29 w 41"/>
                <a:gd name="T97" fmla="*/ 9 h 27"/>
                <a:gd name="T98" fmla="*/ 32 w 41"/>
                <a:gd name="T99" fmla="*/ 8 h 27"/>
                <a:gd name="T100" fmla="*/ 34 w 41"/>
                <a:gd name="T101" fmla="*/ 11 h 27"/>
                <a:gd name="T102" fmla="*/ 29 w 41"/>
                <a:gd name="T10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1" h="27">
                  <a:moveTo>
                    <a:pt x="40" y="11"/>
                  </a:moveTo>
                  <a:cubicBezTo>
                    <a:pt x="40" y="10"/>
                    <a:pt x="40" y="10"/>
                    <a:pt x="40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39" y="8"/>
                    <a:pt x="39" y="8"/>
                  </a:cubicBezTo>
                  <a:cubicBezTo>
                    <a:pt x="39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7" y="8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5"/>
                    <a:pt x="41" y="4"/>
                    <a:pt x="41" y="3"/>
                  </a:cubicBezTo>
                  <a:cubicBezTo>
                    <a:pt x="41" y="2"/>
                    <a:pt x="40" y="2"/>
                    <a:pt x="39" y="2"/>
                  </a:cubicBezTo>
                  <a:cubicBezTo>
                    <a:pt x="38" y="2"/>
                    <a:pt x="37" y="2"/>
                    <a:pt x="36" y="3"/>
                  </a:cubicBezTo>
                  <a:cubicBezTo>
                    <a:pt x="36" y="3"/>
                    <a:pt x="35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2" y="2"/>
                    <a:pt x="32" y="2"/>
                    <a:pt x="28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5"/>
                    <a:pt x="26" y="5"/>
                    <a:pt x="25" y="5"/>
                  </a:cubicBezTo>
                  <a:cubicBezTo>
                    <a:pt x="25" y="5"/>
                    <a:pt x="25" y="4"/>
                    <a:pt x="25" y="4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3" y="7"/>
                    <a:pt x="22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0" y="7"/>
                    <a:pt x="20" y="7"/>
                  </a:cubicBezTo>
                  <a:cubicBezTo>
                    <a:pt x="20" y="9"/>
                    <a:pt x="21" y="9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3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4" y="10"/>
                    <a:pt x="24" y="11"/>
                    <a:pt x="24" y="11"/>
                  </a:cubicBezTo>
                  <a:cubicBezTo>
                    <a:pt x="23" y="11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2" y="12"/>
                    <a:pt x="21" y="12"/>
                    <a:pt x="20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7" y="11"/>
                    <a:pt x="14" y="10"/>
                    <a:pt x="12" y="9"/>
                  </a:cubicBezTo>
                  <a:cubicBezTo>
                    <a:pt x="11" y="9"/>
                    <a:pt x="11" y="9"/>
                    <a:pt x="1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10" y="10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11"/>
                    <a:pt x="11" y="12"/>
                    <a:pt x="12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8" y="14"/>
                    <a:pt x="21" y="14"/>
                    <a:pt x="24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0" y="16"/>
                    <a:pt x="20" y="16"/>
                    <a:pt x="19" y="16"/>
                  </a:cubicBezTo>
                  <a:cubicBezTo>
                    <a:pt x="18" y="15"/>
                    <a:pt x="17" y="15"/>
                    <a:pt x="17" y="15"/>
                  </a:cubicBezTo>
                  <a:cubicBezTo>
                    <a:pt x="16" y="15"/>
                    <a:pt x="16" y="15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3" y="16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8" y="14"/>
                    <a:pt x="5" y="13"/>
                    <a:pt x="3" y="12"/>
                  </a:cubicBezTo>
                  <a:cubicBezTo>
                    <a:pt x="2" y="11"/>
                    <a:pt x="2" y="11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0" y="10"/>
                  </a:cubicBezTo>
                  <a:cubicBezTo>
                    <a:pt x="0" y="12"/>
                    <a:pt x="1" y="15"/>
                    <a:pt x="2" y="16"/>
                  </a:cubicBezTo>
                  <a:cubicBezTo>
                    <a:pt x="3" y="17"/>
                    <a:pt x="4" y="17"/>
                    <a:pt x="5" y="17"/>
                  </a:cubicBezTo>
                  <a:cubicBezTo>
                    <a:pt x="7" y="17"/>
                    <a:pt x="8" y="18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0"/>
                    <a:pt x="9" y="21"/>
                    <a:pt x="8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6" y="22"/>
                    <a:pt x="6" y="22"/>
                  </a:cubicBezTo>
                  <a:cubicBezTo>
                    <a:pt x="5" y="22"/>
                    <a:pt x="4" y="22"/>
                    <a:pt x="3" y="21"/>
                  </a:cubicBezTo>
                  <a:cubicBezTo>
                    <a:pt x="3" y="21"/>
                    <a:pt x="3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3" y="23"/>
                    <a:pt x="5" y="25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0" y="27"/>
                    <a:pt x="11" y="25"/>
                    <a:pt x="13" y="24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7" y="22"/>
                    <a:pt x="18" y="23"/>
                  </a:cubicBezTo>
                  <a:cubicBezTo>
                    <a:pt x="19" y="22"/>
                    <a:pt x="20" y="21"/>
                    <a:pt x="20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8" y="19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0" y="17"/>
                    <a:pt x="22" y="17"/>
                    <a:pt x="24" y="18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7" y="20"/>
                    <a:pt x="27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19"/>
                    <a:pt x="30" y="18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4" y="15"/>
                    <a:pt x="37" y="14"/>
                    <a:pt x="39" y="13"/>
                  </a:cubicBezTo>
                  <a:cubicBezTo>
                    <a:pt x="40" y="13"/>
                    <a:pt x="40" y="13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moveTo>
                    <a:pt x="29" y="12"/>
                  </a:moveTo>
                  <a:cubicBezTo>
                    <a:pt x="29" y="12"/>
                    <a:pt x="29" y="12"/>
                    <a:pt x="29" y="12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4" y="9"/>
                    <a:pt x="34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3" y="13"/>
                    <a:pt x="31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0" name="Freeform 163">
              <a:extLst>
                <a:ext uri="{FF2B5EF4-FFF2-40B4-BE49-F238E27FC236}">
                  <a16:creationId xmlns:a16="http://schemas.microsoft.com/office/drawing/2014/main" id="{5075938F-A204-4A2F-99F2-3B65E9DE5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163" y="1460221"/>
              <a:ext cx="25400" cy="47625"/>
            </a:xfrm>
            <a:custGeom>
              <a:avLst/>
              <a:gdLst>
                <a:gd name="T0" fmla="*/ 2 w 6"/>
                <a:gd name="T1" fmla="*/ 11 h 11"/>
                <a:gd name="T2" fmla="*/ 0 w 6"/>
                <a:gd name="T3" fmla="*/ 11 h 11"/>
                <a:gd name="T4" fmla="*/ 1 w 6"/>
                <a:gd name="T5" fmla="*/ 7 h 11"/>
                <a:gd name="T6" fmla="*/ 2 w 6"/>
                <a:gd name="T7" fmla="*/ 6 h 11"/>
                <a:gd name="T8" fmla="*/ 2 w 6"/>
                <a:gd name="T9" fmla="*/ 6 h 11"/>
                <a:gd name="T10" fmla="*/ 2 w 6"/>
                <a:gd name="T11" fmla="*/ 6 h 11"/>
                <a:gd name="T12" fmla="*/ 3 w 6"/>
                <a:gd name="T13" fmla="*/ 4 h 11"/>
                <a:gd name="T14" fmla="*/ 3 w 6"/>
                <a:gd name="T15" fmla="*/ 3 h 11"/>
                <a:gd name="T16" fmla="*/ 5 w 6"/>
                <a:gd name="T17" fmla="*/ 0 h 11"/>
                <a:gd name="T18" fmla="*/ 6 w 6"/>
                <a:gd name="T19" fmla="*/ 0 h 11"/>
                <a:gd name="T20" fmla="*/ 6 w 6"/>
                <a:gd name="T21" fmla="*/ 2 h 11"/>
                <a:gd name="T22" fmla="*/ 6 w 6"/>
                <a:gd name="T23" fmla="*/ 2 h 11"/>
                <a:gd name="T24" fmla="*/ 6 w 6"/>
                <a:gd name="T25" fmla="*/ 3 h 11"/>
                <a:gd name="T26" fmla="*/ 6 w 6"/>
                <a:gd name="T27" fmla="*/ 6 h 11"/>
                <a:gd name="T28" fmla="*/ 6 w 6"/>
                <a:gd name="T29" fmla="*/ 6 h 11"/>
                <a:gd name="T30" fmla="*/ 6 w 6"/>
                <a:gd name="T31" fmla="*/ 7 h 11"/>
                <a:gd name="T32" fmla="*/ 4 w 6"/>
                <a:gd name="T33" fmla="*/ 10 h 11"/>
                <a:gd name="T34" fmla="*/ 4 w 6"/>
                <a:gd name="T35" fmla="*/ 11 h 11"/>
                <a:gd name="T36" fmla="*/ 3 w 6"/>
                <a:gd name="T37" fmla="*/ 11 h 11"/>
                <a:gd name="T38" fmla="*/ 2 w 6"/>
                <a:gd name="T3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" h="11">
                  <a:moveTo>
                    <a:pt x="2" y="11"/>
                  </a:moveTo>
                  <a:cubicBezTo>
                    <a:pt x="1" y="11"/>
                    <a:pt x="0" y="11"/>
                    <a:pt x="0" y="11"/>
                  </a:cubicBezTo>
                  <a:cubicBezTo>
                    <a:pt x="0" y="10"/>
                    <a:pt x="1" y="8"/>
                    <a:pt x="1" y="7"/>
                  </a:cubicBezTo>
                  <a:cubicBezTo>
                    <a:pt x="1" y="7"/>
                    <a:pt x="2" y="7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4" y="1"/>
                    <a:pt x="4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6" y="1"/>
                    <a:pt x="6" y="1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3"/>
                  </a:cubicBezTo>
                  <a:cubicBezTo>
                    <a:pt x="6" y="4"/>
                    <a:pt x="6" y="5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5" y="8"/>
                    <a:pt x="5" y="10"/>
                    <a:pt x="4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2" y="11"/>
                    <a:pt x="2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1" name="Freeform 164">
              <a:extLst>
                <a:ext uri="{FF2B5EF4-FFF2-40B4-BE49-F238E27FC236}">
                  <a16:creationId xmlns:a16="http://schemas.microsoft.com/office/drawing/2014/main" id="{BBE4F978-140B-4B11-807E-3DEBD0CCE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163" y="1460221"/>
              <a:ext cx="25400" cy="47625"/>
            </a:xfrm>
            <a:custGeom>
              <a:avLst/>
              <a:gdLst>
                <a:gd name="T0" fmla="*/ 2 w 6"/>
                <a:gd name="T1" fmla="*/ 11 h 11"/>
                <a:gd name="T2" fmla="*/ 2 w 6"/>
                <a:gd name="T3" fmla="*/ 11 h 11"/>
                <a:gd name="T4" fmla="*/ 3 w 6"/>
                <a:gd name="T5" fmla="*/ 11 h 11"/>
                <a:gd name="T6" fmla="*/ 4 w 6"/>
                <a:gd name="T7" fmla="*/ 11 h 11"/>
                <a:gd name="T8" fmla="*/ 4 w 6"/>
                <a:gd name="T9" fmla="*/ 10 h 11"/>
                <a:gd name="T10" fmla="*/ 6 w 6"/>
                <a:gd name="T11" fmla="*/ 7 h 11"/>
                <a:gd name="T12" fmla="*/ 6 w 6"/>
                <a:gd name="T13" fmla="*/ 6 h 11"/>
                <a:gd name="T14" fmla="*/ 6 w 6"/>
                <a:gd name="T15" fmla="*/ 6 h 11"/>
                <a:gd name="T16" fmla="*/ 6 w 6"/>
                <a:gd name="T17" fmla="*/ 3 h 11"/>
                <a:gd name="T18" fmla="*/ 6 w 6"/>
                <a:gd name="T19" fmla="*/ 2 h 11"/>
                <a:gd name="T20" fmla="*/ 6 w 6"/>
                <a:gd name="T21" fmla="*/ 2 h 11"/>
                <a:gd name="T22" fmla="*/ 6 w 6"/>
                <a:gd name="T23" fmla="*/ 2 h 11"/>
                <a:gd name="T24" fmla="*/ 6 w 6"/>
                <a:gd name="T25" fmla="*/ 0 h 11"/>
                <a:gd name="T26" fmla="*/ 5 w 6"/>
                <a:gd name="T27" fmla="*/ 0 h 11"/>
                <a:gd name="T28" fmla="*/ 3 w 6"/>
                <a:gd name="T29" fmla="*/ 3 h 11"/>
                <a:gd name="T30" fmla="*/ 3 w 6"/>
                <a:gd name="T31" fmla="*/ 4 h 11"/>
                <a:gd name="T32" fmla="*/ 2 w 6"/>
                <a:gd name="T33" fmla="*/ 6 h 11"/>
                <a:gd name="T34" fmla="*/ 2 w 6"/>
                <a:gd name="T35" fmla="*/ 6 h 11"/>
                <a:gd name="T36" fmla="*/ 2 w 6"/>
                <a:gd name="T37" fmla="*/ 6 h 11"/>
                <a:gd name="T38" fmla="*/ 1 w 6"/>
                <a:gd name="T39" fmla="*/ 7 h 11"/>
                <a:gd name="T40" fmla="*/ 0 w 6"/>
                <a:gd name="T41" fmla="*/ 11 h 11"/>
                <a:gd name="T42" fmla="*/ 2 w 6"/>
                <a:gd name="T4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" h="11"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9"/>
                    <a:pt x="5" y="8"/>
                    <a:pt x="6" y="7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6" y="1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4" y="1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3" y="5"/>
                    <a:pt x="2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8"/>
                    <a:pt x="0" y="10"/>
                    <a:pt x="0" y="11"/>
                  </a:cubicBezTo>
                  <a:cubicBezTo>
                    <a:pt x="0" y="11"/>
                    <a:pt x="1" y="11"/>
                    <a:pt x="2" y="1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Freeform 165">
              <a:extLst>
                <a:ext uri="{FF2B5EF4-FFF2-40B4-BE49-F238E27FC236}">
                  <a16:creationId xmlns:a16="http://schemas.microsoft.com/office/drawing/2014/main" id="{15F3D6BB-5856-4562-88BD-25C3B7501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000" y="1482446"/>
              <a:ext cx="22225" cy="20638"/>
            </a:xfrm>
            <a:custGeom>
              <a:avLst/>
              <a:gdLst>
                <a:gd name="T0" fmla="*/ 3 w 5"/>
                <a:gd name="T1" fmla="*/ 5 h 5"/>
                <a:gd name="T2" fmla="*/ 1 w 5"/>
                <a:gd name="T3" fmla="*/ 4 h 5"/>
                <a:gd name="T4" fmla="*/ 4 w 5"/>
                <a:gd name="T5" fmla="*/ 0 h 5"/>
                <a:gd name="T6" fmla="*/ 5 w 5"/>
                <a:gd name="T7" fmla="*/ 1 h 5"/>
                <a:gd name="T8" fmla="*/ 4 w 5"/>
                <a:gd name="T9" fmla="*/ 4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2" y="5"/>
                    <a:pt x="2" y="5"/>
                    <a:pt x="1" y="4"/>
                  </a:cubicBezTo>
                  <a:cubicBezTo>
                    <a:pt x="0" y="2"/>
                    <a:pt x="4" y="0"/>
                    <a:pt x="4" y="0"/>
                  </a:cubicBezTo>
                  <a:cubicBezTo>
                    <a:pt x="5" y="0"/>
                    <a:pt x="5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3" name="Freeform 166">
              <a:extLst>
                <a:ext uri="{FF2B5EF4-FFF2-40B4-BE49-F238E27FC236}">
                  <a16:creationId xmlns:a16="http://schemas.microsoft.com/office/drawing/2014/main" id="{D19937BF-FF33-4B7F-BDF0-77A5E44B3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000" y="1482446"/>
              <a:ext cx="22225" cy="20638"/>
            </a:xfrm>
            <a:custGeom>
              <a:avLst/>
              <a:gdLst>
                <a:gd name="T0" fmla="*/ 3 w 5"/>
                <a:gd name="T1" fmla="*/ 5 h 5"/>
                <a:gd name="T2" fmla="*/ 3 w 5"/>
                <a:gd name="T3" fmla="*/ 5 h 5"/>
                <a:gd name="T4" fmla="*/ 4 w 5"/>
                <a:gd name="T5" fmla="*/ 4 h 5"/>
                <a:gd name="T6" fmla="*/ 5 w 5"/>
                <a:gd name="T7" fmla="*/ 1 h 5"/>
                <a:gd name="T8" fmla="*/ 4 w 5"/>
                <a:gd name="T9" fmla="*/ 0 h 5"/>
                <a:gd name="T10" fmla="*/ 1 w 5"/>
                <a:gd name="T11" fmla="*/ 4 h 5"/>
                <a:gd name="T12" fmla="*/ 3 w 5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4"/>
                  </a:cubicBezTo>
                  <a:cubicBezTo>
                    <a:pt x="5" y="3"/>
                    <a:pt x="5" y="2"/>
                    <a:pt x="5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0" y="2"/>
                    <a:pt x="1" y="4"/>
                  </a:cubicBezTo>
                  <a:cubicBezTo>
                    <a:pt x="2" y="5"/>
                    <a:pt x="2" y="5"/>
                    <a:pt x="3" y="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5941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5A730337-531A-4629-9918-A14BD16E5FFD}"/>
              </a:ext>
            </a:extLst>
          </p:cNvPr>
          <p:cNvSpPr/>
          <p:nvPr/>
        </p:nvSpPr>
        <p:spPr>
          <a:xfrm rot="5400000">
            <a:off x="-4136553" y="1410092"/>
            <a:ext cx="12192000" cy="4037813"/>
          </a:xfrm>
          <a:custGeom>
            <a:avLst/>
            <a:gdLst>
              <a:gd name="connsiteX0" fmla="*/ 0 w 12192000"/>
              <a:gd name="connsiteY0" fmla="*/ 0 h 4037813"/>
              <a:gd name="connsiteX1" fmla="*/ 106773 w 12192000"/>
              <a:gd name="connsiteY1" fmla="*/ 36445 h 4037813"/>
              <a:gd name="connsiteX2" fmla="*/ 6096001 w 12192000"/>
              <a:gd name="connsiteY2" fmla="*/ 883678 h 4037813"/>
              <a:gd name="connsiteX3" fmla="*/ 12085229 w 12192000"/>
              <a:gd name="connsiteY3" fmla="*/ 36445 h 4037813"/>
              <a:gd name="connsiteX4" fmla="*/ 12192000 w 12192000"/>
              <a:gd name="connsiteY4" fmla="*/ 1 h 4037813"/>
              <a:gd name="connsiteX5" fmla="*/ 12192000 w 12192000"/>
              <a:gd name="connsiteY5" fmla="*/ 4037813 h 4037813"/>
              <a:gd name="connsiteX6" fmla="*/ 0 w 12192000"/>
              <a:gd name="connsiteY6" fmla="*/ 4037813 h 403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037813">
                <a:moveTo>
                  <a:pt x="0" y="0"/>
                </a:moveTo>
                <a:lnTo>
                  <a:pt x="106773" y="36445"/>
                </a:lnTo>
                <a:cubicBezTo>
                  <a:pt x="1734353" y="565729"/>
                  <a:pt x="3820949" y="883678"/>
                  <a:pt x="6096001" y="883678"/>
                </a:cubicBezTo>
                <a:cubicBezTo>
                  <a:pt x="8371054" y="883678"/>
                  <a:pt x="10457649" y="565729"/>
                  <a:pt x="12085229" y="36445"/>
                </a:cubicBezTo>
                <a:lnTo>
                  <a:pt x="12192000" y="1"/>
                </a:lnTo>
                <a:lnTo>
                  <a:pt x="12192000" y="4037813"/>
                </a:lnTo>
                <a:lnTo>
                  <a:pt x="0" y="4037813"/>
                </a:lnTo>
                <a:close/>
              </a:path>
            </a:pathLst>
          </a:custGeom>
          <a:solidFill>
            <a:srgbClr val="044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grpSp>
        <p:nvGrpSpPr>
          <p:cNvPr id="76" name="Group 74">
            <a:extLst>
              <a:ext uri="{FF2B5EF4-FFF2-40B4-BE49-F238E27FC236}">
                <a16:creationId xmlns:a16="http://schemas.microsoft.com/office/drawing/2014/main" id="{836F2DC9-F475-4CD4-A2EB-838C8F221B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8624" y="-386624"/>
            <a:ext cx="1982717" cy="607554"/>
            <a:chOff x="954" y="660"/>
            <a:chExt cx="1269" cy="353"/>
          </a:xfrm>
          <a:solidFill>
            <a:schemeClr val="bg1"/>
          </a:solidFill>
        </p:grpSpPr>
        <p:sp>
          <p:nvSpPr>
            <p:cNvPr id="77" name="Freeform 75">
              <a:extLst>
                <a:ext uri="{FF2B5EF4-FFF2-40B4-BE49-F238E27FC236}">
                  <a16:creationId xmlns:a16="http://schemas.microsoft.com/office/drawing/2014/main" id="{79C4BD34-2FA1-48DD-84A3-074BDB5A48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" y="833"/>
              <a:ext cx="45" cy="46"/>
            </a:xfrm>
            <a:custGeom>
              <a:avLst/>
              <a:gdLst>
                <a:gd name="T0" fmla="*/ 10 w 36"/>
                <a:gd name="T1" fmla="*/ 35 h 37"/>
                <a:gd name="T2" fmla="*/ 6 w 36"/>
                <a:gd name="T3" fmla="*/ 25 h 37"/>
                <a:gd name="T4" fmla="*/ 0 w 36"/>
                <a:gd name="T5" fmla="*/ 11 h 37"/>
                <a:gd name="T6" fmla="*/ 23 w 36"/>
                <a:gd name="T7" fmla="*/ 4 h 37"/>
                <a:gd name="T8" fmla="*/ 28 w 36"/>
                <a:gd name="T9" fmla="*/ 9 h 37"/>
                <a:gd name="T10" fmla="*/ 30 w 36"/>
                <a:gd name="T11" fmla="*/ 29 h 37"/>
                <a:gd name="T12" fmla="*/ 10 w 36"/>
                <a:gd name="T13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7">
                  <a:moveTo>
                    <a:pt x="10" y="35"/>
                  </a:moveTo>
                  <a:cubicBezTo>
                    <a:pt x="3" y="34"/>
                    <a:pt x="7" y="31"/>
                    <a:pt x="6" y="25"/>
                  </a:cubicBezTo>
                  <a:cubicBezTo>
                    <a:pt x="5" y="20"/>
                    <a:pt x="0" y="14"/>
                    <a:pt x="0" y="11"/>
                  </a:cubicBezTo>
                  <a:cubicBezTo>
                    <a:pt x="1" y="0"/>
                    <a:pt x="15" y="0"/>
                    <a:pt x="23" y="4"/>
                  </a:cubicBezTo>
                  <a:cubicBezTo>
                    <a:pt x="25" y="4"/>
                    <a:pt x="26" y="7"/>
                    <a:pt x="28" y="9"/>
                  </a:cubicBezTo>
                  <a:cubicBezTo>
                    <a:pt x="32" y="14"/>
                    <a:pt x="36" y="23"/>
                    <a:pt x="30" y="29"/>
                  </a:cubicBezTo>
                  <a:cubicBezTo>
                    <a:pt x="25" y="34"/>
                    <a:pt x="17" y="37"/>
                    <a:pt x="10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8" name="Freeform 76">
              <a:extLst>
                <a:ext uri="{FF2B5EF4-FFF2-40B4-BE49-F238E27FC236}">
                  <a16:creationId xmlns:a16="http://schemas.microsoft.com/office/drawing/2014/main" id="{D7D337A1-31DD-4AFD-97C0-061956A9D6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7" y="698"/>
              <a:ext cx="160" cy="165"/>
            </a:xfrm>
            <a:custGeom>
              <a:avLst/>
              <a:gdLst>
                <a:gd name="T0" fmla="*/ 33 w 129"/>
                <a:gd name="T1" fmla="*/ 133 h 133"/>
                <a:gd name="T2" fmla="*/ 32 w 129"/>
                <a:gd name="T3" fmla="*/ 133 h 133"/>
                <a:gd name="T4" fmla="*/ 33 w 129"/>
                <a:gd name="T5" fmla="*/ 130 h 133"/>
                <a:gd name="T6" fmla="*/ 55 w 129"/>
                <a:gd name="T7" fmla="*/ 116 h 133"/>
                <a:gd name="T8" fmla="*/ 67 w 129"/>
                <a:gd name="T9" fmla="*/ 99 h 133"/>
                <a:gd name="T10" fmla="*/ 25 w 129"/>
                <a:gd name="T11" fmla="*/ 115 h 133"/>
                <a:gd name="T12" fmla="*/ 8 w 129"/>
                <a:gd name="T13" fmla="*/ 108 h 133"/>
                <a:gd name="T14" fmla="*/ 8 w 129"/>
                <a:gd name="T15" fmla="*/ 107 h 133"/>
                <a:gd name="T16" fmla="*/ 8 w 129"/>
                <a:gd name="T17" fmla="*/ 92 h 133"/>
                <a:gd name="T18" fmla="*/ 60 w 129"/>
                <a:gd name="T19" fmla="*/ 80 h 133"/>
                <a:gd name="T20" fmla="*/ 75 w 129"/>
                <a:gd name="T21" fmla="*/ 72 h 133"/>
                <a:gd name="T22" fmla="*/ 77 w 129"/>
                <a:gd name="T23" fmla="*/ 14 h 133"/>
                <a:gd name="T24" fmla="*/ 99 w 129"/>
                <a:gd name="T25" fmla="*/ 16 h 133"/>
                <a:gd name="T26" fmla="*/ 103 w 129"/>
                <a:gd name="T27" fmla="*/ 21 h 133"/>
                <a:gd name="T28" fmla="*/ 104 w 129"/>
                <a:gd name="T29" fmla="*/ 21 h 133"/>
                <a:gd name="T30" fmla="*/ 103 w 129"/>
                <a:gd name="T31" fmla="*/ 35 h 133"/>
                <a:gd name="T32" fmla="*/ 98 w 129"/>
                <a:gd name="T33" fmla="*/ 65 h 133"/>
                <a:gd name="T34" fmla="*/ 126 w 129"/>
                <a:gd name="T35" fmla="*/ 54 h 133"/>
                <a:gd name="T36" fmla="*/ 123 w 129"/>
                <a:gd name="T37" fmla="*/ 69 h 133"/>
                <a:gd name="T38" fmla="*/ 95 w 129"/>
                <a:gd name="T39" fmla="*/ 81 h 133"/>
                <a:gd name="T40" fmla="*/ 82 w 129"/>
                <a:gd name="T41" fmla="*/ 111 h 133"/>
                <a:gd name="T42" fmla="*/ 75 w 129"/>
                <a:gd name="T43" fmla="*/ 118 h 133"/>
                <a:gd name="T44" fmla="*/ 56 w 129"/>
                <a:gd name="T45" fmla="*/ 128 h 133"/>
                <a:gd name="T46" fmla="*/ 33 w 129"/>
                <a:gd name="T4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9" h="133">
                  <a:moveTo>
                    <a:pt x="33" y="133"/>
                  </a:moveTo>
                  <a:cubicBezTo>
                    <a:pt x="33" y="133"/>
                    <a:pt x="33" y="133"/>
                    <a:pt x="32" y="133"/>
                  </a:cubicBezTo>
                  <a:cubicBezTo>
                    <a:pt x="32" y="132"/>
                    <a:pt x="32" y="131"/>
                    <a:pt x="33" y="130"/>
                  </a:cubicBezTo>
                  <a:cubicBezTo>
                    <a:pt x="35" y="130"/>
                    <a:pt x="55" y="117"/>
                    <a:pt x="55" y="116"/>
                  </a:cubicBezTo>
                  <a:cubicBezTo>
                    <a:pt x="60" y="111"/>
                    <a:pt x="66" y="106"/>
                    <a:pt x="67" y="99"/>
                  </a:cubicBezTo>
                  <a:cubicBezTo>
                    <a:pt x="53" y="104"/>
                    <a:pt x="40" y="114"/>
                    <a:pt x="25" y="115"/>
                  </a:cubicBezTo>
                  <a:cubicBezTo>
                    <a:pt x="18" y="113"/>
                    <a:pt x="13" y="110"/>
                    <a:pt x="8" y="108"/>
                  </a:cubicBezTo>
                  <a:cubicBezTo>
                    <a:pt x="8" y="107"/>
                    <a:pt x="8" y="107"/>
                    <a:pt x="8" y="107"/>
                  </a:cubicBezTo>
                  <a:cubicBezTo>
                    <a:pt x="1" y="102"/>
                    <a:pt x="0" y="95"/>
                    <a:pt x="8" y="92"/>
                  </a:cubicBezTo>
                  <a:cubicBezTo>
                    <a:pt x="23" y="96"/>
                    <a:pt x="46" y="85"/>
                    <a:pt x="60" y="80"/>
                  </a:cubicBezTo>
                  <a:cubicBezTo>
                    <a:pt x="63" y="78"/>
                    <a:pt x="72" y="75"/>
                    <a:pt x="75" y="72"/>
                  </a:cubicBezTo>
                  <a:cubicBezTo>
                    <a:pt x="78" y="52"/>
                    <a:pt x="76" y="33"/>
                    <a:pt x="77" y="14"/>
                  </a:cubicBezTo>
                  <a:cubicBezTo>
                    <a:pt x="82" y="0"/>
                    <a:pt x="90" y="10"/>
                    <a:pt x="99" y="16"/>
                  </a:cubicBezTo>
                  <a:cubicBezTo>
                    <a:pt x="99" y="18"/>
                    <a:pt x="101" y="19"/>
                    <a:pt x="103" y="21"/>
                  </a:cubicBezTo>
                  <a:cubicBezTo>
                    <a:pt x="103" y="21"/>
                    <a:pt x="103" y="21"/>
                    <a:pt x="104" y="21"/>
                  </a:cubicBezTo>
                  <a:cubicBezTo>
                    <a:pt x="107" y="27"/>
                    <a:pt x="108" y="30"/>
                    <a:pt x="103" y="35"/>
                  </a:cubicBezTo>
                  <a:cubicBezTo>
                    <a:pt x="99" y="44"/>
                    <a:pt x="97" y="54"/>
                    <a:pt x="98" y="65"/>
                  </a:cubicBezTo>
                  <a:cubicBezTo>
                    <a:pt x="108" y="63"/>
                    <a:pt x="114" y="55"/>
                    <a:pt x="126" y="54"/>
                  </a:cubicBezTo>
                  <a:cubicBezTo>
                    <a:pt x="129" y="60"/>
                    <a:pt x="128" y="65"/>
                    <a:pt x="123" y="69"/>
                  </a:cubicBezTo>
                  <a:cubicBezTo>
                    <a:pt x="114" y="73"/>
                    <a:pt x="105" y="77"/>
                    <a:pt x="95" y="81"/>
                  </a:cubicBezTo>
                  <a:cubicBezTo>
                    <a:pt x="93" y="91"/>
                    <a:pt x="89" y="103"/>
                    <a:pt x="82" y="111"/>
                  </a:cubicBezTo>
                  <a:cubicBezTo>
                    <a:pt x="81" y="113"/>
                    <a:pt x="76" y="117"/>
                    <a:pt x="75" y="118"/>
                  </a:cubicBezTo>
                  <a:cubicBezTo>
                    <a:pt x="69" y="122"/>
                    <a:pt x="63" y="126"/>
                    <a:pt x="56" y="128"/>
                  </a:cubicBezTo>
                  <a:cubicBezTo>
                    <a:pt x="37" y="133"/>
                    <a:pt x="37" y="133"/>
                    <a:pt x="33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9" name="Freeform 77">
              <a:extLst>
                <a:ext uri="{FF2B5EF4-FFF2-40B4-BE49-F238E27FC236}">
                  <a16:creationId xmlns:a16="http://schemas.microsoft.com/office/drawing/2014/main" id="{2285E8C7-2392-41DE-859C-BC61D52F32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30" y="796"/>
              <a:ext cx="94" cy="110"/>
            </a:xfrm>
            <a:custGeom>
              <a:avLst/>
              <a:gdLst>
                <a:gd name="T0" fmla="*/ 17 w 76"/>
                <a:gd name="T1" fmla="*/ 88 h 88"/>
                <a:gd name="T2" fmla="*/ 0 w 76"/>
                <a:gd name="T3" fmla="*/ 70 h 88"/>
                <a:gd name="T4" fmla="*/ 2 w 76"/>
                <a:gd name="T5" fmla="*/ 65 h 88"/>
                <a:gd name="T6" fmla="*/ 50 w 76"/>
                <a:gd name="T7" fmla="*/ 26 h 88"/>
                <a:gd name="T8" fmla="*/ 65 w 76"/>
                <a:gd name="T9" fmla="*/ 5 h 88"/>
                <a:gd name="T10" fmla="*/ 66 w 76"/>
                <a:gd name="T11" fmla="*/ 4 h 88"/>
                <a:gd name="T12" fmla="*/ 66 w 76"/>
                <a:gd name="T13" fmla="*/ 4 h 88"/>
                <a:gd name="T14" fmla="*/ 76 w 76"/>
                <a:gd name="T15" fmla="*/ 5 h 88"/>
                <a:gd name="T16" fmla="*/ 65 w 76"/>
                <a:gd name="T17" fmla="*/ 19 h 88"/>
                <a:gd name="T18" fmla="*/ 54 w 76"/>
                <a:gd name="T19" fmla="*/ 43 h 88"/>
                <a:gd name="T20" fmla="*/ 48 w 76"/>
                <a:gd name="T21" fmla="*/ 54 h 88"/>
                <a:gd name="T22" fmla="*/ 35 w 76"/>
                <a:gd name="T23" fmla="*/ 72 h 88"/>
                <a:gd name="T24" fmla="*/ 21 w 76"/>
                <a:gd name="T25" fmla="*/ 87 h 88"/>
                <a:gd name="T26" fmla="*/ 17 w 76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88">
                  <a:moveTo>
                    <a:pt x="17" y="88"/>
                  </a:moveTo>
                  <a:cubicBezTo>
                    <a:pt x="10" y="84"/>
                    <a:pt x="3" y="76"/>
                    <a:pt x="0" y="70"/>
                  </a:cubicBezTo>
                  <a:cubicBezTo>
                    <a:pt x="0" y="69"/>
                    <a:pt x="1" y="67"/>
                    <a:pt x="2" y="65"/>
                  </a:cubicBezTo>
                  <a:cubicBezTo>
                    <a:pt x="18" y="52"/>
                    <a:pt x="35" y="41"/>
                    <a:pt x="50" y="26"/>
                  </a:cubicBezTo>
                  <a:cubicBezTo>
                    <a:pt x="54" y="19"/>
                    <a:pt x="60" y="12"/>
                    <a:pt x="65" y="5"/>
                  </a:cubicBezTo>
                  <a:cubicBezTo>
                    <a:pt x="65" y="5"/>
                    <a:pt x="66" y="5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70" y="0"/>
                    <a:pt x="72" y="0"/>
                    <a:pt x="76" y="5"/>
                  </a:cubicBezTo>
                  <a:cubicBezTo>
                    <a:pt x="76" y="10"/>
                    <a:pt x="68" y="14"/>
                    <a:pt x="65" y="19"/>
                  </a:cubicBezTo>
                  <a:cubicBezTo>
                    <a:pt x="62" y="27"/>
                    <a:pt x="58" y="35"/>
                    <a:pt x="54" y="43"/>
                  </a:cubicBezTo>
                  <a:cubicBezTo>
                    <a:pt x="53" y="45"/>
                    <a:pt x="53" y="45"/>
                    <a:pt x="48" y="54"/>
                  </a:cubicBezTo>
                  <a:cubicBezTo>
                    <a:pt x="43" y="57"/>
                    <a:pt x="37" y="66"/>
                    <a:pt x="35" y="72"/>
                  </a:cubicBezTo>
                  <a:cubicBezTo>
                    <a:pt x="29" y="75"/>
                    <a:pt x="27" y="84"/>
                    <a:pt x="21" y="87"/>
                  </a:cubicBezTo>
                  <a:cubicBezTo>
                    <a:pt x="19" y="87"/>
                    <a:pt x="18" y="87"/>
                    <a:pt x="17" y="8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0" name="Freeform 78">
              <a:extLst>
                <a:ext uri="{FF2B5EF4-FFF2-40B4-BE49-F238E27FC236}">
                  <a16:creationId xmlns:a16="http://schemas.microsoft.com/office/drawing/2014/main" id="{25DD38BA-E00B-4F3E-A880-0EC72FB019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9" y="791"/>
              <a:ext cx="53" cy="41"/>
            </a:xfrm>
            <a:custGeom>
              <a:avLst/>
              <a:gdLst>
                <a:gd name="T0" fmla="*/ 19 w 43"/>
                <a:gd name="T1" fmla="*/ 33 h 33"/>
                <a:gd name="T2" fmla="*/ 0 w 43"/>
                <a:gd name="T3" fmla="*/ 20 h 33"/>
                <a:gd name="T4" fmla="*/ 2 w 43"/>
                <a:gd name="T5" fmla="*/ 14 h 33"/>
                <a:gd name="T6" fmla="*/ 6 w 43"/>
                <a:gd name="T7" fmla="*/ 13 h 33"/>
                <a:gd name="T8" fmla="*/ 17 w 43"/>
                <a:gd name="T9" fmla="*/ 12 h 33"/>
                <a:gd name="T10" fmla="*/ 43 w 43"/>
                <a:gd name="T11" fmla="*/ 5 h 33"/>
                <a:gd name="T12" fmla="*/ 19 w 43"/>
                <a:gd name="T1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33">
                  <a:moveTo>
                    <a:pt x="19" y="33"/>
                  </a:moveTo>
                  <a:cubicBezTo>
                    <a:pt x="9" y="33"/>
                    <a:pt x="6" y="26"/>
                    <a:pt x="0" y="20"/>
                  </a:cubicBezTo>
                  <a:cubicBezTo>
                    <a:pt x="0" y="18"/>
                    <a:pt x="2" y="16"/>
                    <a:pt x="2" y="14"/>
                  </a:cubicBezTo>
                  <a:cubicBezTo>
                    <a:pt x="4" y="14"/>
                    <a:pt x="4" y="14"/>
                    <a:pt x="6" y="13"/>
                  </a:cubicBezTo>
                  <a:cubicBezTo>
                    <a:pt x="10" y="12"/>
                    <a:pt x="12" y="12"/>
                    <a:pt x="17" y="12"/>
                  </a:cubicBezTo>
                  <a:cubicBezTo>
                    <a:pt x="22" y="11"/>
                    <a:pt x="38" y="0"/>
                    <a:pt x="43" y="5"/>
                  </a:cubicBezTo>
                  <a:cubicBezTo>
                    <a:pt x="43" y="17"/>
                    <a:pt x="30" y="30"/>
                    <a:pt x="19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1" name="Freeform 79">
              <a:extLst>
                <a:ext uri="{FF2B5EF4-FFF2-40B4-BE49-F238E27FC236}">
                  <a16:creationId xmlns:a16="http://schemas.microsoft.com/office/drawing/2014/main" id="{48709EE8-5CA0-4DEC-AD0E-AA506BD53D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68" y="766"/>
              <a:ext cx="36" cy="42"/>
            </a:xfrm>
            <a:custGeom>
              <a:avLst/>
              <a:gdLst>
                <a:gd name="T0" fmla="*/ 5 w 29"/>
                <a:gd name="T1" fmla="*/ 34 h 34"/>
                <a:gd name="T2" fmla="*/ 0 w 29"/>
                <a:gd name="T3" fmla="*/ 9 h 34"/>
                <a:gd name="T4" fmla="*/ 19 w 29"/>
                <a:gd name="T5" fmla="*/ 6 h 34"/>
                <a:gd name="T6" fmla="*/ 23 w 29"/>
                <a:gd name="T7" fmla="*/ 26 h 34"/>
                <a:gd name="T8" fmla="*/ 5 w 29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4">
                  <a:moveTo>
                    <a:pt x="5" y="34"/>
                  </a:moveTo>
                  <a:cubicBezTo>
                    <a:pt x="1" y="30"/>
                    <a:pt x="0" y="14"/>
                    <a:pt x="0" y="9"/>
                  </a:cubicBezTo>
                  <a:cubicBezTo>
                    <a:pt x="3" y="0"/>
                    <a:pt x="12" y="0"/>
                    <a:pt x="19" y="6"/>
                  </a:cubicBezTo>
                  <a:cubicBezTo>
                    <a:pt x="25" y="14"/>
                    <a:pt x="29" y="17"/>
                    <a:pt x="23" y="26"/>
                  </a:cubicBezTo>
                  <a:cubicBezTo>
                    <a:pt x="16" y="32"/>
                    <a:pt x="13" y="32"/>
                    <a:pt x="5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CBD05A96-7C4F-40BE-8FF1-0F38C76C28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48" y="739"/>
              <a:ext cx="63" cy="60"/>
            </a:xfrm>
            <a:custGeom>
              <a:avLst/>
              <a:gdLst>
                <a:gd name="T0" fmla="*/ 17 w 51"/>
                <a:gd name="T1" fmla="*/ 48 h 48"/>
                <a:gd name="T2" fmla="*/ 21 w 51"/>
                <a:gd name="T3" fmla="*/ 30 h 48"/>
                <a:gd name="T4" fmla="*/ 13 w 51"/>
                <a:gd name="T5" fmla="*/ 32 h 48"/>
                <a:gd name="T6" fmla="*/ 3 w 51"/>
                <a:gd name="T7" fmla="*/ 15 h 48"/>
                <a:gd name="T8" fmla="*/ 13 w 51"/>
                <a:gd name="T9" fmla="*/ 11 h 48"/>
                <a:gd name="T10" fmla="*/ 33 w 51"/>
                <a:gd name="T11" fmla="*/ 2 h 48"/>
                <a:gd name="T12" fmla="*/ 51 w 51"/>
                <a:gd name="T13" fmla="*/ 18 h 48"/>
                <a:gd name="T14" fmla="*/ 39 w 51"/>
                <a:gd name="T15" fmla="*/ 36 h 48"/>
                <a:gd name="T16" fmla="*/ 22 w 51"/>
                <a:gd name="T17" fmla="*/ 47 h 48"/>
                <a:gd name="T18" fmla="*/ 17 w 51"/>
                <a:gd name="T1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48">
                  <a:moveTo>
                    <a:pt x="17" y="48"/>
                  </a:moveTo>
                  <a:cubicBezTo>
                    <a:pt x="16" y="43"/>
                    <a:pt x="23" y="33"/>
                    <a:pt x="21" y="30"/>
                  </a:cubicBezTo>
                  <a:cubicBezTo>
                    <a:pt x="18" y="31"/>
                    <a:pt x="16" y="32"/>
                    <a:pt x="13" y="32"/>
                  </a:cubicBezTo>
                  <a:cubicBezTo>
                    <a:pt x="7" y="29"/>
                    <a:pt x="0" y="21"/>
                    <a:pt x="3" y="15"/>
                  </a:cubicBezTo>
                  <a:cubicBezTo>
                    <a:pt x="7" y="10"/>
                    <a:pt x="6" y="12"/>
                    <a:pt x="13" y="11"/>
                  </a:cubicBezTo>
                  <a:cubicBezTo>
                    <a:pt x="19" y="8"/>
                    <a:pt x="26" y="5"/>
                    <a:pt x="33" y="2"/>
                  </a:cubicBezTo>
                  <a:cubicBezTo>
                    <a:pt x="45" y="0"/>
                    <a:pt x="50" y="6"/>
                    <a:pt x="51" y="18"/>
                  </a:cubicBezTo>
                  <a:cubicBezTo>
                    <a:pt x="49" y="25"/>
                    <a:pt x="44" y="31"/>
                    <a:pt x="39" y="36"/>
                  </a:cubicBezTo>
                  <a:cubicBezTo>
                    <a:pt x="33" y="40"/>
                    <a:pt x="27" y="44"/>
                    <a:pt x="22" y="47"/>
                  </a:cubicBezTo>
                  <a:cubicBezTo>
                    <a:pt x="20" y="47"/>
                    <a:pt x="19" y="48"/>
                    <a:pt x="17" y="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F611B606-2F50-4C73-B6E7-3B4713D45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715"/>
              <a:ext cx="38" cy="42"/>
            </a:xfrm>
            <a:custGeom>
              <a:avLst/>
              <a:gdLst>
                <a:gd name="T0" fmla="*/ 3 w 31"/>
                <a:gd name="T1" fmla="*/ 34 h 34"/>
                <a:gd name="T2" fmla="*/ 3 w 31"/>
                <a:gd name="T3" fmla="*/ 29 h 34"/>
                <a:gd name="T4" fmla="*/ 0 w 31"/>
                <a:gd name="T5" fmla="*/ 16 h 34"/>
                <a:gd name="T6" fmla="*/ 7 w 31"/>
                <a:gd name="T7" fmla="*/ 0 h 34"/>
                <a:gd name="T8" fmla="*/ 26 w 31"/>
                <a:gd name="T9" fmla="*/ 23 h 34"/>
                <a:gd name="T10" fmla="*/ 3 w 31"/>
                <a:gd name="T11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4">
                  <a:moveTo>
                    <a:pt x="3" y="34"/>
                  </a:moveTo>
                  <a:cubicBezTo>
                    <a:pt x="1" y="32"/>
                    <a:pt x="2" y="31"/>
                    <a:pt x="3" y="29"/>
                  </a:cubicBezTo>
                  <a:cubicBezTo>
                    <a:pt x="3" y="24"/>
                    <a:pt x="0" y="20"/>
                    <a:pt x="0" y="16"/>
                  </a:cubicBezTo>
                  <a:cubicBezTo>
                    <a:pt x="1" y="7"/>
                    <a:pt x="0" y="4"/>
                    <a:pt x="7" y="0"/>
                  </a:cubicBezTo>
                  <a:cubicBezTo>
                    <a:pt x="12" y="3"/>
                    <a:pt x="31" y="12"/>
                    <a:pt x="26" y="23"/>
                  </a:cubicBezTo>
                  <a:cubicBezTo>
                    <a:pt x="21" y="29"/>
                    <a:pt x="11" y="33"/>
                    <a:pt x="3" y="3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4" name="Freeform 82">
              <a:extLst>
                <a:ext uri="{FF2B5EF4-FFF2-40B4-BE49-F238E27FC236}">
                  <a16:creationId xmlns:a16="http://schemas.microsoft.com/office/drawing/2014/main" id="{3E6BF458-A25B-4935-B518-D6F5AFF7BE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5" y="728"/>
              <a:ext cx="244" cy="186"/>
            </a:xfrm>
            <a:custGeom>
              <a:avLst/>
              <a:gdLst>
                <a:gd name="T0" fmla="*/ 20 w 197"/>
                <a:gd name="T1" fmla="*/ 150 h 150"/>
                <a:gd name="T2" fmla="*/ 13 w 197"/>
                <a:gd name="T3" fmla="*/ 119 h 150"/>
                <a:gd name="T4" fmla="*/ 17 w 197"/>
                <a:gd name="T5" fmla="*/ 114 h 150"/>
                <a:gd name="T6" fmla="*/ 17 w 197"/>
                <a:gd name="T7" fmla="*/ 113 h 150"/>
                <a:gd name="T8" fmla="*/ 44 w 197"/>
                <a:gd name="T9" fmla="*/ 77 h 150"/>
                <a:gd name="T10" fmla="*/ 52 w 197"/>
                <a:gd name="T11" fmla="*/ 67 h 150"/>
                <a:gd name="T12" fmla="*/ 53 w 197"/>
                <a:gd name="T13" fmla="*/ 78 h 150"/>
                <a:gd name="T14" fmla="*/ 60 w 197"/>
                <a:gd name="T15" fmla="*/ 77 h 150"/>
                <a:gd name="T16" fmla="*/ 85 w 197"/>
                <a:gd name="T17" fmla="*/ 58 h 150"/>
                <a:gd name="T18" fmla="*/ 87 w 197"/>
                <a:gd name="T19" fmla="*/ 48 h 150"/>
                <a:gd name="T20" fmla="*/ 68 w 197"/>
                <a:gd name="T21" fmla="*/ 44 h 150"/>
                <a:gd name="T22" fmla="*/ 88 w 197"/>
                <a:gd name="T23" fmla="*/ 29 h 150"/>
                <a:gd name="T24" fmla="*/ 92 w 197"/>
                <a:gd name="T25" fmla="*/ 9 h 150"/>
                <a:gd name="T26" fmla="*/ 109 w 197"/>
                <a:gd name="T27" fmla="*/ 22 h 150"/>
                <a:gd name="T28" fmla="*/ 110 w 197"/>
                <a:gd name="T29" fmla="*/ 37 h 150"/>
                <a:gd name="T30" fmla="*/ 108 w 197"/>
                <a:gd name="T31" fmla="*/ 46 h 150"/>
                <a:gd name="T32" fmla="*/ 111 w 197"/>
                <a:gd name="T33" fmla="*/ 46 h 150"/>
                <a:gd name="T34" fmla="*/ 131 w 197"/>
                <a:gd name="T35" fmla="*/ 32 h 150"/>
                <a:gd name="T36" fmla="*/ 140 w 197"/>
                <a:gd name="T37" fmla="*/ 5 h 150"/>
                <a:gd name="T38" fmla="*/ 163 w 197"/>
                <a:gd name="T39" fmla="*/ 11 h 150"/>
                <a:gd name="T40" fmla="*/ 176 w 197"/>
                <a:gd name="T41" fmla="*/ 5 h 150"/>
                <a:gd name="T42" fmla="*/ 182 w 197"/>
                <a:gd name="T43" fmla="*/ 4 h 150"/>
                <a:gd name="T44" fmla="*/ 184 w 197"/>
                <a:gd name="T45" fmla="*/ 13 h 150"/>
                <a:gd name="T46" fmla="*/ 157 w 197"/>
                <a:gd name="T47" fmla="*/ 39 h 150"/>
                <a:gd name="T48" fmla="*/ 166 w 197"/>
                <a:gd name="T49" fmla="*/ 29 h 150"/>
                <a:gd name="T50" fmla="*/ 190 w 197"/>
                <a:gd name="T51" fmla="*/ 34 h 150"/>
                <a:gd name="T52" fmla="*/ 184 w 197"/>
                <a:gd name="T53" fmla="*/ 50 h 150"/>
                <a:gd name="T54" fmla="*/ 182 w 197"/>
                <a:gd name="T55" fmla="*/ 54 h 150"/>
                <a:gd name="T56" fmla="*/ 182 w 197"/>
                <a:gd name="T57" fmla="*/ 93 h 150"/>
                <a:gd name="T58" fmla="*/ 173 w 197"/>
                <a:gd name="T59" fmla="*/ 107 h 150"/>
                <a:gd name="T60" fmla="*/ 173 w 197"/>
                <a:gd name="T61" fmla="*/ 107 h 150"/>
                <a:gd name="T62" fmla="*/ 172 w 197"/>
                <a:gd name="T63" fmla="*/ 107 h 150"/>
                <a:gd name="T64" fmla="*/ 158 w 197"/>
                <a:gd name="T65" fmla="*/ 113 h 150"/>
                <a:gd name="T66" fmla="*/ 158 w 197"/>
                <a:gd name="T67" fmla="*/ 58 h 150"/>
                <a:gd name="T68" fmla="*/ 157 w 197"/>
                <a:gd name="T69" fmla="*/ 58 h 150"/>
                <a:gd name="T70" fmla="*/ 139 w 197"/>
                <a:gd name="T71" fmla="*/ 89 h 150"/>
                <a:gd name="T72" fmla="*/ 124 w 197"/>
                <a:gd name="T73" fmla="*/ 80 h 150"/>
                <a:gd name="T74" fmla="*/ 128 w 197"/>
                <a:gd name="T75" fmla="*/ 76 h 150"/>
                <a:gd name="T76" fmla="*/ 130 w 197"/>
                <a:gd name="T77" fmla="*/ 45 h 150"/>
                <a:gd name="T78" fmla="*/ 111 w 197"/>
                <a:gd name="T79" fmla="*/ 64 h 150"/>
                <a:gd name="T80" fmla="*/ 102 w 197"/>
                <a:gd name="T81" fmla="*/ 70 h 150"/>
                <a:gd name="T82" fmla="*/ 97 w 197"/>
                <a:gd name="T83" fmla="*/ 91 h 150"/>
                <a:gd name="T84" fmla="*/ 92 w 197"/>
                <a:gd name="T85" fmla="*/ 101 h 150"/>
                <a:gd name="T86" fmla="*/ 91 w 197"/>
                <a:gd name="T87" fmla="*/ 102 h 150"/>
                <a:gd name="T88" fmla="*/ 74 w 197"/>
                <a:gd name="T89" fmla="*/ 110 h 150"/>
                <a:gd name="T90" fmla="*/ 74 w 197"/>
                <a:gd name="T91" fmla="*/ 107 h 150"/>
                <a:gd name="T92" fmla="*/ 82 w 197"/>
                <a:gd name="T93" fmla="*/ 85 h 150"/>
                <a:gd name="T94" fmla="*/ 63 w 197"/>
                <a:gd name="T95" fmla="*/ 94 h 150"/>
                <a:gd name="T96" fmla="*/ 53 w 197"/>
                <a:gd name="T97" fmla="*/ 91 h 150"/>
                <a:gd name="T98" fmla="*/ 52 w 197"/>
                <a:gd name="T99" fmla="*/ 90 h 150"/>
                <a:gd name="T100" fmla="*/ 48 w 197"/>
                <a:gd name="T101" fmla="*/ 88 h 150"/>
                <a:gd name="T102" fmla="*/ 44 w 197"/>
                <a:gd name="T103" fmla="*/ 100 h 150"/>
                <a:gd name="T104" fmla="*/ 27 w 197"/>
                <a:gd name="T105" fmla="*/ 147 h 150"/>
                <a:gd name="T106" fmla="*/ 20 w 197"/>
                <a:gd name="T107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150">
                  <a:moveTo>
                    <a:pt x="20" y="150"/>
                  </a:moveTo>
                  <a:cubicBezTo>
                    <a:pt x="9" y="146"/>
                    <a:pt x="0" y="124"/>
                    <a:pt x="13" y="119"/>
                  </a:cubicBezTo>
                  <a:cubicBezTo>
                    <a:pt x="13" y="117"/>
                    <a:pt x="15" y="115"/>
                    <a:pt x="17" y="114"/>
                  </a:cubicBezTo>
                  <a:cubicBezTo>
                    <a:pt x="17" y="114"/>
                    <a:pt x="17" y="113"/>
                    <a:pt x="17" y="113"/>
                  </a:cubicBezTo>
                  <a:cubicBezTo>
                    <a:pt x="27" y="103"/>
                    <a:pt x="35" y="88"/>
                    <a:pt x="44" y="77"/>
                  </a:cubicBezTo>
                  <a:cubicBezTo>
                    <a:pt x="46" y="72"/>
                    <a:pt x="47" y="68"/>
                    <a:pt x="52" y="67"/>
                  </a:cubicBezTo>
                  <a:cubicBezTo>
                    <a:pt x="55" y="69"/>
                    <a:pt x="54" y="74"/>
                    <a:pt x="53" y="78"/>
                  </a:cubicBezTo>
                  <a:cubicBezTo>
                    <a:pt x="54" y="79"/>
                    <a:pt x="58" y="78"/>
                    <a:pt x="60" y="77"/>
                  </a:cubicBezTo>
                  <a:cubicBezTo>
                    <a:pt x="68" y="71"/>
                    <a:pt x="78" y="65"/>
                    <a:pt x="85" y="58"/>
                  </a:cubicBezTo>
                  <a:cubicBezTo>
                    <a:pt x="86" y="55"/>
                    <a:pt x="86" y="52"/>
                    <a:pt x="87" y="48"/>
                  </a:cubicBezTo>
                  <a:cubicBezTo>
                    <a:pt x="81" y="50"/>
                    <a:pt x="64" y="54"/>
                    <a:pt x="68" y="44"/>
                  </a:cubicBezTo>
                  <a:cubicBezTo>
                    <a:pt x="75" y="41"/>
                    <a:pt x="84" y="36"/>
                    <a:pt x="88" y="29"/>
                  </a:cubicBezTo>
                  <a:cubicBezTo>
                    <a:pt x="90" y="22"/>
                    <a:pt x="89" y="14"/>
                    <a:pt x="92" y="9"/>
                  </a:cubicBezTo>
                  <a:cubicBezTo>
                    <a:pt x="99" y="5"/>
                    <a:pt x="108" y="14"/>
                    <a:pt x="109" y="22"/>
                  </a:cubicBezTo>
                  <a:cubicBezTo>
                    <a:pt x="112" y="27"/>
                    <a:pt x="121" y="21"/>
                    <a:pt x="110" y="37"/>
                  </a:cubicBezTo>
                  <a:cubicBezTo>
                    <a:pt x="108" y="39"/>
                    <a:pt x="108" y="42"/>
                    <a:pt x="108" y="46"/>
                  </a:cubicBezTo>
                  <a:cubicBezTo>
                    <a:pt x="109" y="46"/>
                    <a:pt x="110" y="46"/>
                    <a:pt x="111" y="46"/>
                  </a:cubicBezTo>
                  <a:cubicBezTo>
                    <a:pt x="117" y="41"/>
                    <a:pt x="124" y="36"/>
                    <a:pt x="131" y="32"/>
                  </a:cubicBezTo>
                  <a:cubicBezTo>
                    <a:pt x="133" y="22"/>
                    <a:pt x="135" y="14"/>
                    <a:pt x="140" y="5"/>
                  </a:cubicBezTo>
                  <a:cubicBezTo>
                    <a:pt x="147" y="0"/>
                    <a:pt x="156" y="5"/>
                    <a:pt x="163" y="11"/>
                  </a:cubicBezTo>
                  <a:cubicBezTo>
                    <a:pt x="168" y="11"/>
                    <a:pt x="172" y="8"/>
                    <a:pt x="176" y="5"/>
                  </a:cubicBezTo>
                  <a:cubicBezTo>
                    <a:pt x="178" y="4"/>
                    <a:pt x="178" y="4"/>
                    <a:pt x="182" y="4"/>
                  </a:cubicBezTo>
                  <a:cubicBezTo>
                    <a:pt x="183" y="7"/>
                    <a:pt x="184" y="9"/>
                    <a:pt x="184" y="13"/>
                  </a:cubicBezTo>
                  <a:cubicBezTo>
                    <a:pt x="181" y="24"/>
                    <a:pt x="151" y="27"/>
                    <a:pt x="157" y="39"/>
                  </a:cubicBezTo>
                  <a:cubicBezTo>
                    <a:pt x="162" y="39"/>
                    <a:pt x="164" y="33"/>
                    <a:pt x="166" y="29"/>
                  </a:cubicBezTo>
                  <a:cubicBezTo>
                    <a:pt x="171" y="26"/>
                    <a:pt x="184" y="30"/>
                    <a:pt x="190" y="34"/>
                  </a:cubicBezTo>
                  <a:cubicBezTo>
                    <a:pt x="197" y="42"/>
                    <a:pt x="192" y="45"/>
                    <a:pt x="184" y="50"/>
                  </a:cubicBezTo>
                  <a:cubicBezTo>
                    <a:pt x="183" y="52"/>
                    <a:pt x="183" y="53"/>
                    <a:pt x="182" y="54"/>
                  </a:cubicBezTo>
                  <a:cubicBezTo>
                    <a:pt x="181" y="70"/>
                    <a:pt x="181" y="70"/>
                    <a:pt x="182" y="93"/>
                  </a:cubicBezTo>
                  <a:cubicBezTo>
                    <a:pt x="179" y="99"/>
                    <a:pt x="177" y="102"/>
                    <a:pt x="173" y="107"/>
                  </a:cubicBezTo>
                  <a:cubicBezTo>
                    <a:pt x="173" y="107"/>
                    <a:pt x="173" y="107"/>
                    <a:pt x="173" y="107"/>
                  </a:cubicBezTo>
                  <a:cubicBezTo>
                    <a:pt x="172" y="107"/>
                    <a:pt x="172" y="107"/>
                    <a:pt x="172" y="107"/>
                  </a:cubicBezTo>
                  <a:cubicBezTo>
                    <a:pt x="169" y="112"/>
                    <a:pt x="162" y="117"/>
                    <a:pt x="158" y="113"/>
                  </a:cubicBezTo>
                  <a:cubicBezTo>
                    <a:pt x="158" y="94"/>
                    <a:pt x="159" y="75"/>
                    <a:pt x="158" y="58"/>
                  </a:cubicBezTo>
                  <a:cubicBezTo>
                    <a:pt x="158" y="58"/>
                    <a:pt x="157" y="58"/>
                    <a:pt x="157" y="58"/>
                  </a:cubicBezTo>
                  <a:cubicBezTo>
                    <a:pt x="156" y="67"/>
                    <a:pt x="147" y="84"/>
                    <a:pt x="139" y="89"/>
                  </a:cubicBezTo>
                  <a:cubicBezTo>
                    <a:pt x="132" y="90"/>
                    <a:pt x="126" y="86"/>
                    <a:pt x="124" y="80"/>
                  </a:cubicBezTo>
                  <a:cubicBezTo>
                    <a:pt x="125" y="78"/>
                    <a:pt x="126" y="77"/>
                    <a:pt x="128" y="76"/>
                  </a:cubicBezTo>
                  <a:cubicBezTo>
                    <a:pt x="132" y="68"/>
                    <a:pt x="130" y="53"/>
                    <a:pt x="130" y="45"/>
                  </a:cubicBezTo>
                  <a:cubicBezTo>
                    <a:pt x="125" y="46"/>
                    <a:pt x="115" y="59"/>
                    <a:pt x="111" y="64"/>
                  </a:cubicBezTo>
                  <a:cubicBezTo>
                    <a:pt x="108" y="66"/>
                    <a:pt x="105" y="68"/>
                    <a:pt x="102" y="70"/>
                  </a:cubicBezTo>
                  <a:cubicBezTo>
                    <a:pt x="100" y="77"/>
                    <a:pt x="98" y="84"/>
                    <a:pt x="97" y="91"/>
                  </a:cubicBezTo>
                  <a:cubicBezTo>
                    <a:pt x="95" y="95"/>
                    <a:pt x="93" y="98"/>
                    <a:pt x="92" y="101"/>
                  </a:cubicBezTo>
                  <a:cubicBezTo>
                    <a:pt x="91" y="101"/>
                    <a:pt x="91" y="101"/>
                    <a:pt x="91" y="102"/>
                  </a:cubicBezTo>
                  <a:cubicBezTo>
                    <a:pt x="88" y="106"/>
                    <a:pt x="80" y="118"/>
                    <a:pt x="74" y="110"/>
                  </a:cubicBezTo>
                  <a:cubicBezTo>
                    <a:pt x="74" y="109"/>
                    <a:pt x="74" y="108"/>
                    <a:pt x="74" y="107"/>
                  </a:cubicBezTo>
                  <a:cubicBezTo>
                    <a:pt x="79" y="101"/>
                    <a:pt x="82" y="92"/>
                    <a:pt x="82" y="85"/>
                  </a:cubicBezTo>
                  <a:cubicBezTo>
                    <a:pt x="75" y="87"/>
                    <a:pt x="70" y="94"/>
                    <a:pt x="63" y="94"/>
                  </a:cubicBezTo>
                  <a:cubicBezTo>
                    <a:pt x="59" y="93"/>
                    <a:pt x="55" y="92"/>
                    <a:pt x="53" y="91"/>
                  </a:cubicBezTo>
                  <a:cubicBezTo>
                    <a:pt x="53" y="90"/>
                    <a:pt x="53" y="90"/>
                    <a:pt x="52" y="90"/>
                  </a:cubicBezTo>
                  <a:cubicBezTo>
                    <a:pt x="51" y="89"/>
                    <a:pt x="49" y="87"/>
                    <a:pt x="48" y="88"/>
                  </a:cubicBezTo>
                  <a:cubicBezTo>
                    <a:pt x="47" y="91"/>
                    <a:pt x="45" y="96"/>
                    <a:pt x="44" y="100"/>
                  </a:cubicBezTo>
                  <a:cubicBezTo>
                    <a:pt x="37" y="115"/>
                    <a:pt x="32" y="130"/>
                    <a:pt x="27" y="147"/>
                  </a:cubicBezTo>
                  <a:cubicBezTo>
                    <a:pt x="24" y="149"/>
                    <a:pt x="23" y="150"/>
                    <a:pt x="20" y="1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5" name="Freeform 83">
              <a:extLst>
                <a:ext uri="{FF2B5EF4-FFF2-40B4-BE49-F238E27FC236}">
                  <a16:creationId xmlns:a16="http://schemas.microsoft.com/office/drawing/2014/main" id="{50A33DB4-5582-41D6-B173-A2E7CC6E37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1" y="757"/>
              <a:ext cx="37" cy="49"/>
            </a:xfrm>
            <a:custGeom>
              <a:avLst/>
              <a:gdLst>
                <a:gd name="T0" fmla="*/ 5 w 30"/>
                <a:gd name="T1" fmla="*/ 39 h 39"/>
                <a:gd name="T2" fmla="*/ 6 w 30"/>
                <a:gd name="T3" fmla="*/ 28 h 39"/>
                <a:gd name="T4" fmla="*/ 6 w 30"/>
                <a:gd name="T5" fmla="*/ 1 h 39"/>
                <a:gd name="T6" fmla="*/ 10 w 30"/>
                <a:gd name="T7" fmla="*/ 0 h 39"/>
                <a:gd name="T8" fmla="*/ 25 w 30"/>
                <a:gd name="T9" fmla="*/ 17 h 39"/>
                <a:gd name="T10" fmla="*/ 5 w 30"/>
                <a:gd name="T1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39">
                  <a:moveTo>
                    <a:pt x="5" y="39"/>
                  </a:moveTo>
                  <a:cubicBezTo>
                    <a:pt x="3" y="35"/>
                    <a:pt x="6" y="31"/>
                    <a:pt x="6" y="28"/>
                  </a:cubicBezTo>
                  <a:cubicBezTo>
                    <a:pt x="3" y="17"/>
                    <a:pt x="0" y="9"/>
                    <a:pt x="6" y="1"/>
                  </a:cubicBezTo>
                  <a:cubicBezTo>
                    <a:pt x="7" y="0"/>
                    <a:pt x="9" y="0"/>
                    <a:pt x="10" y="0"/>
                  </a:cubicBezTo>
                  <a:cubicBezTo>
                    <a:pt x="14" y="4"/>
                    <a:pt x="21" y="11"/>
                    <a:pt x="25" y="17"/>
                  </a:cubicBezTo>
                  <a:cubicBezTo>
                    <a:pt x="30" y="29"/>
                    <a:pt x="14" y="35"/>
                    <a:pt x="5" y="3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6" name="Freeform 84">
              <a:extLst>
                <a:ext uri="{FF2B5EF4-FFF2-40B4-BE49-F238E27FC236}">
                  <a16:creationId xmlns:a16="http://schemas.microsoft.com/office/drawing/2014/main" id="{5FBBE54F-D25D-47B3-AFB3-BDD1AADE3A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1" y="708"/>
              <a:ext cx="46" cy="47"/>
            </a:xfrm>
            <a:custGeom>
              <a:avLst/>
              <a:gdLst>
                <a:gd name="T0" fmla="*/ 7 w 37"/>
                <a:gd name="T1" fmla="*/ 38 h 38"/>
                <a:gd name="T2" fmla="*/ 4 w 37"/>
                <a:gd name="T3" fmla="*/ 36 h 38"/>
                <a:gd name="T4" fmla="*/ 6 w 37"/>
                <a:gd name="T5" fmla="*/ 29 h 38"/>
                <a:gd name="T6" fmla="*/ 11 w 37"/>
                <a:gd name="T7" fmla="*/ 0 h 38"/>
                <a:gd name="T8" fmla="*/ 16 w 37"/>
                <a:gd name="T9" fmla="*/ 7 h 38"/>
                <a:gd name="T10" fmla="*/ 24 w 37"/>
                <a:gd name="T11" fmla="*/ 32 h 38"/>
                <a:gd name="T12" fmla="*/ 7 w 37"/>
                <a:gd name="T13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38">
                  <a:moveTo>
                    <a:pt x="7" y="38"/>
                  </a:moveTo>
                  <a:cubicBezTo>
                    <a:pt x="5" y="37"/>
                    <a:pt x="5" y="37"/>
                    <a:pt x="4" y="36"/>
                  </a:cubicBezTo>
                  <a:cubicBezTo>
                    <a:pt x="6" y="33"/>
                    <a:pt x="7" y="32"/>
                    <a:pt x="6" y="29"/>
                  </a:cubicBezTo>
                  <a:cubicBezTo>
                    <a:pt x="0" y="20"/>
                    <a:pt x="0" y="5"/>
                    <a:pt x="11" y="0"/>
                  </a:cubicBezTo>
                  <a:cubicBezTo>
                    <a:pt x="14" y="0"/>
                    <a:pt x="15" y="3"/>
                    <a:pt x="16" y="7"/>
                  </a:cubicBezTo>
                  <a:cubicBezTo>
                    <a:pt x="23" y="14"/>
                    <a:pt x="37" y="23"/>
                    <a:pt x="24" y="32"/>
                  </a:cubicBezTo>
                  <a:cubicBezTo>
                    <a:pt x="18" y="35"/>
                    <a:pt x="13" y="36"/>
                    <a:pt x="7" y="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7" name="Freeform 85">
              <a:extLst>
                <a:ext uri="{FF2B5EF4-FFF2-40B4-BE49-F238E27FC236}">
                  <a16:creationId xmlns:a16="http://schemas.microsoft.com/office/drawing/2014/main" id="{05D23587-7D88-4D65-8FB3-359E2BC994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7" y="765"/>
              <a:ext cx="26" cy="39"/>
            </a:xfrm>
            <a:custGeom>
              <a:avLst/>
              <a:gdLst>
                <a:gd name="T0" fmla="*/ 10 w 21"/>
                <a:gd name="T1" fmla="*/ 31 h 31"/>
                <a:gd name="T2" fmla="*/ 3 w 21"/>
                <a:gd name="T3" fmla="*/ 4 h 31"/>
                <a:gd name="T4" fmla="*/ 21 w 21"/>
                <a:gd name="T5" fmla="*/ 18 h 31"/>
                <a:gd name="T6" fmla="*/ 10 w 21"/>
                <a:gd name="T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31">
                  <a:moveTo>
                    <a:pt x="10" y="31"/>
                  </a:moveTo>
                  <a:cubicBezTo>
                    <a:pt x="0" y="27"/>
                    <a:pt x="2" y="11"/>
                    <a:pt x="3" y="4"/>
                  </a:cubicBezTo>
                  <a:cubicBezTo>
                    <a:pt x="11" y="0"/>
                    <a:pt x="20" y="9"/>
                    <a:pt x="21" y="18"/>
                  </a:cubicBezTo>
                  <a:cubicBezTo>
                    <a:pt x="19" y="27"/>
                    <a:pt x="19" y="29"/>
                    <a:pt x="10" y="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8" name="Freeform 86">
              <a:extLst>
                <a:ext uri="{FF2B5EF4-FFF2-40B4-BE49-F238E27FC236}">
                  <a16:creationId xmlns:a16="http://schemas.microsoft.com/office/drawing/2014/main" id="{1E459A23-FF56-4AC4-96C6-05121EB4B8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57" y="673"/>
              <a:ext cx="166" cy="224"/>
            </a:xfrm>
            <a:custGeom>
              <a:avLst/>
              <a:gdLst>
                <a:gd name="T0" fmla="*/ 71 w 134"/>
                <a:gd name="T1" fmla="*/ 180 h 180"/>
                <a:gd name="T2" fmla="*/ 34 w 134"/>
                <a:gd name="T3" fmla="*/ 173 h 180"/>
                <a:gd name="T4" fmla="*/ 56 w 134"/>
                <a:gd name="T5" fmla="*/ 148 h 180"/>
                <a:gd name="T6" fmla="*/ 0 w 134"/>
                <a:gd name="T7" fmla="*/ 147 h 180"/>
                <a:gd name="T8" fmla="*/ 56 w 134"/>
                <a:gd name="T9" fmla="*/ 124 h 180"/>
                <a:gd name="T10" fmla="*/ 75 w 134"/>
                <a:gd name="T11" fmla="*/ 108 h 180"/>
                <a:gd name="T12" fmla="*/ 91 w 134"/>
                <a:gd name="T13" fmla="*/ 96 h 180"/>
                <a:gd name="T14" fmla="*/ 32 w 134"/>
                <a:gd name="T15" fmla="*/ 119 h 180"/>
                <a:gd name="T16" fmla="*/ 34 w 134"/>
                <a:gd name="T17" fmla="*/ 108 h 180"/>
                <a:gd name="T18" fmla="*/ 73 w 134"/>
                <a:gd name="T19" fmla="*/ 81 h 180"/>
                <a:gd name="T20" fmla="*/ 71 w 134"/>
                <a:gd name="T21" fmla="*/ 78 h 180"/>
                <a:gd name="T22" fmla="*/ 39 w 134"/>
                <a:gd name="T23" fmla="*/ 93 h 180"/>
                <a:gd name="T24" fmla="*/ 27 w 134"/>
                <a:gd name="T25" fmla="*/ 61 h 180"/>
                <a:gd name="T26" fmla="*/ 33 w 134"/>
                <a:gd name="T27" fmla="*/ 44 h 180"/>
                <a:gd name="T28" fmla="*/ 46 w 134"/>
                <a:gd name="T29" fmla="*/ 56 h 180"/>
                <a:gd name="T30" fmla="*/ 60 w 134"/>
                <a:gd name="T31" fmla="*/ 66 h 180"/>
                <a:gd name="T32" fmla="*/ 68 w 134"/>
                <a:gd name="T33" fmla="*/ 55 h 180"/>
                <a:gd name="T34" fmla="*/ 64 w 134"/>
                <a:gd name="T35" fmla="*/ 45 h 180"/>
                <a:gd name="T36" fmla="*/ 84 w 134"/>
                <a:gd name="T37" fmla="*/ 25 h 180"/>
                <a:gd name="T38" fmla="*/ 111 w 134"/>
                <a:gd name="T39" fmla="*/ 20 h 180"/>
                <a:gd name="T40" fmla="*/ 110 w 134"/>
                <a:gd name="T41" fmla="*/ 29 h 180"/>
                <a:gd name="T42" fmla="*/ 132 w 134"/>
                <a:gd name="T43" fmla="*/ 44 h 180"/>
                <a:gd name="T44" fmla="*/ 115 w 134"/>
                <a:gd name="T45" fmla="*/ 77 h 180"/>
                <a:gd name="T46" fmla="*/ 120 w 134"/>
                <a:gd name="T47" fmla="*/ 94 h 180"/>
                <a:gd name="T48" fmla="*/ 78 w 134"/>
                <a:gd name="T49" fmla="*/ 114 h 180"/>
                <a:gd name="T50" fmla="*/ 92 w 134"/>
                <a:gd name="T51" fmla="*/ 119 h 180"/>
                <a:gd name="T52" fmla="*/ 81 w 134"/>
                <a:gd name="T53" fmla="*/ 140 h 180"/>
                <a:gd name="T54" fmla="*/ 72 w 134"/>
                <a:gd name="T55" fmla="*/ 180 h 180"/>
                <a:gd name="T56" fmla="*/ 106 w 134"/>
                <a:gd name="T57" fmla="*/ 53 h 180"/>
                <a:gd name="T58" fmla="*/ 87 w 134"/>
                <a:gd name="T59" fmla="*/ 59 h 180"/>
                <a:gd name="T60" fmla="*/ 87 w 134"/>
                <a:gd name="T61" fmla="*/ 60 h 180"/>
                <a:gd name="T62" fmla="*/ 92 w 134"/>
                <a:gd name="T63" fmla="*/ 58 h 180"/>
                <a:gd name="T64" fmla="*/ 99 w 134"/>
                <a:gd name="T65" fmla="*/ 67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4" h="180">
                  <a:moveTo>
                    <a:pt x="72" y="180"/>
                  </a:moveTo>
                  <a:cubicBezTo>
                    <a:pt x="71" y="180"/>
                    <a:pt x="71" y="180"/>
                    <a:pt x="71" y="180"/>
                  </a:cubicBezTo>
                  <a:cubicBezTo>
                    <a:pt x="58" y="180"/>
                    <a:pt x="46" y="179"/>
                    <a:pt x="34" y="175"/>
                  </a:cubicBezTo>
                  <a:cubicBezTo>
                    <a:pt x="34" y="174"/>
                    <a:pt x="34" y="174"/>
                    <a:pt x="34" y="173"/>
                  </a:cubicBezTo>
                  <a:cubicBezTo>
                    <a:pt x="41" y="169"/>
                    <a:pt x="50" y="170"/>
                    <a:pt x="55" y="163"/>
                  </a:cubicBezTo>
                  <a:cubicBezTo>
                    <a:pt x="56" y="157"/>
                    <a:pt x="57" y="152"/>
                    <a:pt x="56" y="148"/>
                  </a:cubicBezTo>
                  <a:cubicBezTo>
                    <a:pt x="43" y="148"/>
                    <a:pt x="37" y="157"/>
                    <a:pt x="27" y="161"/>
                  </a:cubicBezTo>
                  <a:cubicBezTo>
                    <a:pt x="18" y="162"/>
                    <a:pt x="3" y="154"/>
                    <a:pt x="0" y="147"/>
                  </a:cubicBezTo>
                  <a:cubicBezTo>
                    <a:pt x="0" y="136"/>
                    <a:pt x="3" y="141"/>
                    <a:pt x="14" y="140"/>
                  </a:cubicBezTo>
                  <a:cubicBezTo>
                    <a:pt x="28" y="138"/>
                    <a:pt x="43" y="130"/>
                    <a:pt x="56" y="124"/>
                  </a:cubicBezTo>
                  <a:cubicBezTo>
                    <a:pt x="59" y="121"/>
                    <a:pt x="59" y="121"/>
                    <a:pt x="61" y="121"/>
                  </a:cubicBezTo>
                  <a:cubicBezTo>
                    <a:pt x="64" y="112"/>
                    <a:pt x="66" y="110"/>
                    <a:pt x="75" y="108"/>
                  </a:cubicBezTo>
                  <a:cubicBezTo>
                    <a:pt x="79" y="106"/>
                    <a:pt x="79" y="106"/>
                    <a:pt x="90" y="100"/>
                  </a:cubicBezTo>
                  <a:cubicBezTo>
                    <a:pt x="90" y="99"/>
                    <a:pt x="91" y="98"/>
                    <a:pt x="91" y="96"/>
                  </a:cubicBezTo>
                  <a:cubicBezTo>
                    <a:pt x="74" y="98"/>
                    <a:pt x="61" y="112"/>
                    <a:pt x="48" y="121"/>
                  </a:cubicBezTo>
                  <a:cubicBezTo>
                    <a:pt x="41" y="122"/>
                    <a:pt x="36" y="121"/>
                    <a:pt x="32" y="119"/>
                  </a:cubicBezTo>
                  <a:cubicBezTo>
                    <a:pt x="29" y="120"/>
                    <a:pt x="12" y="123"/>
                    <a:pt x="20" y="116"/>
                  </a:cubicBezTo>
                  <a:cubicBezTo>
                    <a:pt x="25" y="114"/>
                    <a:pt x="29" y="111"/>
                    <a:pt x="34" y="108"/>
                  </a:cubicBezTo>
                  <a:cubicBezTo>
                    <a:pt x="47" y="100"/>
                    <a:pt x="61" y="93"/>
                    <a:pt x="74" y="85"/>
                  </a:cubicBezTo>
                  <a:cubicBezTo>
                    <a:pt x="74" y="83"/>
                    <a:pt x="73" y="82"/>
                    <a:pt x="73" y="81"/>
                  </a:cubicBezTo>
                  <a:cubicBezTo>
                    <a:pt x="73" y="79"/>
                    <a:pt x="74" y="77"/>
                    <a:pt x="74" y="75"/>
                  </a:cubicBezTo>
                  <a:cubicBezTo>
                    <a:pt x="72" y="76"/>
                    <a:pt x="71" y="76"/>
                    <a:pt x="71" y="78"/>
                  </a:cubicBezTo>
                  <a:cubicBezTo>
                    <a:pt x="63" y="81"/>
                    <a:pt x="59" y="88"/>
                    <a:pt x="53" y="81"/>
                  </a:cubicBezTo>
                  <a:cubicBezTo>
                    <a:pt x="51" y="88"/>
                    <a:pt x="46" y="93"/>
                    <a:pt x="39" y="93"/>
                  </a:cubicBezTo>
                  <a:cubicBezTo>
                    <a:pt x="32" y="89"/>
                    <a:pt x="32" y="77"/>
                    <a:pt x="31" y="72"/>
                  </a:cubicBezTo>
                  <a:cubicBezTo>
                    <a:pt x="30" y="71"/>
                    <a:pt x="29" y="67"/>
                    <a:pt x="27" y="61"/>
                  </a:cubicBezTo>
                  <a:cubicBezTo>
                    <a:pt x="24" y="55"/>
                    <a:pt x="18" y="47"/>
                    <a:pt x="22" y="42"/>
                  </a:cubicBezTo>
                  <a:cubicBezTo>
                    <a:pt x="27" y="38"/>
                    <a:pt x="29" y="37"/>
                    <a:pt x="33" y="44"/>
                  </a:cubicBezTo>
                  <a:cubicBezTo>
                    <a:pt x="37" y="47"/>
                    <a:pt x="42" y="51"/>
                    <a:pt x="45" y="56"/>
                  </a:cubicBezTo>
                  <a:cubicBezTo>
                    <a:pt x="45" y="56"/>
                    <a:pt x="46" y="56"/>
                    <a:pt x="46" y="56"/>
                  </a:cubicBezTo>
                  <a:cubicBezTo>
                    <a:pt x="48" y="62"/>
                    <a:pt x="54" y="69"/>
                    <a:pt x="53" y="77"/>
                  </a:cubicBezTo>
                  <a:cubicBezTo>
                    <a:pt x="57" y="75"/>
                    <a:pt x="62" y="71"/>
                    <a:pt x="60" y="66"/>
                  </a:cubicBezTo>
                  <a:cubicBezTo>
                    <a:pt x="53" y="63"/>
                    <a:pt x="57" y="57"/>
                    <a:pt x="61" y="55"/>
                  </a:cubicBezTo>
                  <a:cubicBezTo>
                    <a:pt x="64" y="55"/>
                    <a:pt x="64" y="55"/>
                    <a:pt x="68" y="55"/>
                  </a:cubicBezTo>
                  <a:cubicBezTo>
                    <a:pt x="68" y="53"/>
                    <a:pt x="68" y="53"/>
                    <a:pt x="67" y="52"/>
                  </a:cubicBezTo>
                  <a:cubicBezTo>
                    <a:pt x="62" y="50"/>
                    <a:pt x="63" y="49"/>
                    <a:pt x="64" y="45"/>
                  </a:cubicBezTo>
                  <a:cubicBezTo>
                    <a:pt x="58" y="43"/>
                    <a:pt x="56" y="37"/>
                    <a:pt x="58" y="32"/>
                  </a:cubicBezTo>
                  <a:cubicBezTo>
                    <a:pt x="76" y="28"/>
                    <a:pt x="76" y="28"/>
                    <a:pt x="84" y="25"/>
                  </a:cubicBezTo>
                  <a:cubicBezTo>
                    <a:pt x="89" y="19"/>
                    <a:pt x="95" y="0"/>
                    <a:pt x="106" y="4"/>
                  </a:cubicBezTo>
                  <a:cubicBezTo>
                    <a:pt x="109" y="7"/>
                    <a:pt x="111" y="14"/>
                    <a:pt x="111" y="20"/>
                  </a:cubicBezTo>
                  <a:cubicBezTo>
                    <a:pt x="109" y="23"/>
                    <a:pt x="107" y="25"/>
                    <a:pt x="107" y="28"/>
                  </a:cubicBezTo>
                  <a:cubicBezTo>
                    <a:pt x="108" y="28"/>
                    <a:pt x="109" y="28"/>
                    <a:pt x="110" y="29"/>
                  </a:cubicBezTo>
                  <a:cubicBezTo>
                    <a:pt x="117" y="25"/>
                    <a:pt x="121" y="21"/>
                    <a:pt x="125" y="31"/>
                  </a:cubicBezTo>
                  <a:cubicBezTo>
                    <a:pt x="132" y="35"/>
                    <a:pt x="134" y="34"/>
                    <a:pt x="132" y="44"/>
                  </a:cubicBezTo>
                  <a:cubicBezTo>
                    <a:pt x="127" y="55"/>
                    <a:pt x="121" y="66"/>
                    <a:pt x="115" y="76"/>
                  </a:cubicBezTo>
                  <a:cubicBezTo>
                    <a:pt x="115" y="76"/>
                    <a:pt x="115" y="77"/>
                    <a:pt x="115" y="77"/>
                  </a:cubicBezTo>
                  <a:cubicBezTo>
                    <a:pt x="117" y="77"/>
                    <a:pt x="118" y="78"/>
                    <a:pt x="119" y="78"/>
                  </a:cubicBezTo>
                  <a:cubicBezTo>
                    <a:pt x="120" y="83"/>
                    <a:pt x="120" y="88"/>
                    <a:pt x="120" y="94"/>
                  </a:cubicBezTo>
                  <a:cubicBezTo>
                    <a:pt x="116" y="100"/>
                    <a:pt x="110" y="100"/>
                    <a:pt x="103" y="101"/>
                  </a:cubicBezTo>
                  <a:cubicBezTo>
                    <a:pt x="94" y="106"/>
                    <a:pt x="86" y="109"/>
                    <a:pt x="78" y="114"/>
                  </a:cubicBezTo>
                  <a:cubicBezTo>
                    <a:pt x="78" y="116"/>
                    <a:pt x="78" y="118"/>
                    <a:pt x="79" y="120"/>
                  </a:cubicBezTo>
                  <a:cubicBezTo>
                    <a:pt x="83" y="120"/>
                    <a:pt x="87" y="120"/>
                    <a:pt x="92" y="119"/>
                  </a:cubicBezTo>
                  <a:cubicBezTo>
                    <a:pt x="96" y="123"/>
                    <a:pt x="96" y="131"/>
                    <a:pt x="93" y="136"/>
                  </a:cubicBezTo>
                  <a:cubicBezTo>
                    <a:pt x="88" y="137"/>
                    <a:pt x="85" y="138"/>
                    <a:pt x="81" y="140"/>
                  </a:cubicBezTo>
                  <a:cubicBezTo>
                    <a:pt x="81" y="142"/>
                    <a:pt x="81" y="144"/>
                    <a:pt x="80" y="147"/>
                  </a:cubicBezTo>
                  <a:cubicBezTo>
                    <a:pt x="81" y="156"/>
                    <a:pt x="85" y="178"/>
                    <a:pt x="72" y="180"/>
                  </a:cubicBezTo>
                  <a:moveTo>
                    <a:pt x="99" y="67"/>
                  </a:moveTo>
                  <a:cubicBezTo>
                    <a:pt x="103" y="63"/>
                    <a:pt x="106" y="58"/>
                    <a:pt x="106" y="53"/>
                  </a:cubicBezTo>
                  <a:cubicBezTo>
                    <a:pt x="102" y="49"/>
                    <a:pt x="96" y="49"/>
                    <a:pt x="92" y="49"/>
                  </a:cubicBezTo>
                  <a:cubicBezTo>
                    <a:pt x="92" y="51"/>
                    <a:pt x="92" y="51"/>
                    <a:pt x="87" y="59"/>
                  </a:cubicBezTo>
                  <a:cubicBezTo>
                    <a:pt x="88" y="59"/>
                    <a:pt x="88" y="59"/>
                    <a:pt x="89" y="59"/>
                  </a:cubicBezTo>
                  <a:cubicBezTo>
                    <a:pt x="88" y="60"/>
                    <a:pt x="88" y="60"/>
                    <a:pt x="87" y="60"/>
                  </a:cubicBezTo>
                  <a:cubicBezTo>
                    <a:pt x="87" y="60"/>
                    <a:pt x="88" y="60"/>
                    <a:pt x="88" y="61"/>
                  </a:cubicBezTo>
                  <a:cubicBezTo>
                    <a:pt x="90" y="61"/>
                    <a:pt x="91" y="59"/>
                    <a:pt x="92" y="58"/>
                  </a:cubicBezTo>
                  <a:cubicBezTo>
                    <a:pt x="98" y="57"/>
                    <a:pt x="98" y="59"/>
                    <a:pt x="98" y="67"/>
                  </a:cubicBezTo>
                  <a:cubicBezTo>
                    <a:pt x="98" y="67"/>
                    <a:pt x="98" y="67"/>
                    <a:pt x="99" y="6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9" name="Freeform 87">
              <a:extLst>
                <a:ext uri="{FF2B5EF4-FFF2-40B4-BE49-F238E27FC236}">
                  <a16:creationId xmlns:a16="http://schemas.microsoft.com/office/drawing/2014/main" id="{2E298F70-0D26-4F2A-A966-ABBB6EED12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15" y="933"/>
              <a:ext cx="31" cy="40"/>
            </a:xfrm>
            <a:custGeom>
              <a:avLst/>
              <a:gdLst>
                <a:gd name="T0" fmla="*/ 0 w 31"/>
                <a:gd name="T1" fmla="*/ 35 h 40"/>
                <a:gd name="T2" fmla="*/ 24 w 31"/>
                <a:gd name="T3" fmla="*/ 5 h 40"/>
                <a:gd name="T4" fmla="*/ 2 w 31"/>
                <a:gd name="T5" fmla="*/ 5 h 40"/>
                <a:gd name="T6" fmla="*/ 2 w 31"/>
                <a:gd name="T7" fmla="*/ 3 h 40"/>
                <a:gd name="T8" fmla="*/ 2 w 31"/>
                <a:gd name="T9" fmla="*/ 0 h 40"/>
                <a:gd name="T10" fmla="*/ 31 w 31"/>
                <a:gd name="T11" fmla="*/ 0 h 40"/>
                <a:gd name="T12" fmla="*/ 31 w 31"/>
                <a:gd name="T13" fmla="*/ 3 h 40"/>
                <a:gd name="T14" fmla="*/ 31 w 31"/>
                <a:gd name="T15" fmla="*/ 5 h 40"/>
                <a:gd name="T16" fmla="*/ 6 w 31"/>
                <a:gd name="T17" fmla="*/ 35 h 40"/>
                <a:gd name="T18" fmla="*/ 31 w 31"/>
                <a:gd name="T19" fmla="*/ 35 h 40"/>
                <a:gd name="T20" fmla="*/ 31 w 31"/>
                <a:gd name="T21" fmla="*/ 37 h 40"/>
                <a:gd name="T22" fmla="*/ 31 w 31"/>
                <a:gd name="T23" fmla="*/ 40 h 40"/>
                <a:gd name="T24" fmla="*/ 0 w 31"/>
                <a:gd name="T25" fmla="*/ 40 h 40"/>
                <a:gd name="T26" fmla="*/ 0 w 31"/>
                <a:gd name="T27" fmla="*/ 37 h 40"/>
                <a:gd name="T28" fmla="*/ 0 w 31"/>
                <a:gd name="T29" fmla="*/ 3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0" y="35"/>
                  </a:moveTo>
                  <a:lnTo>
                    <a:pt x="24" y="5"/>
                  </a:lnTo>
                  <a:lnTo>
                    <a:pt x="2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5"/>
                  </a:lnTo>
                  <a:lnTo>
                    <a:pt x="6" y="35"/>
                  </a:lnTo>
                  <a:lnTo>
                    <a:pt x="31" y="35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0" name="Freeform 88">
              <a:extLst>
                <a:ext uri="{FF2B5EF4-FFF2-40B4-BE49-F238E27FC236}">
                  <a16:creationId xmlns:a16="http://schemas.microsoft.com/office/drawing/2014/main" id="{46F33F38-E018-48DD-AE02-8E67040786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58" y="933"/>
              <a:ext cx="31" cy="40"/>
            </a:xfrm>
            <a:custGeom>
              <a:avLst/>
              <a:gdLst>
                <a:gd name="T0" fmla="*/ 0 w 31"/>
                <a:gd name="T1" fmla="*/ 0 h 40"/>
                <a:gd name="T2" fmla="*/ 2 w 31"/>
                <a:gd name="T3" fmla="*/ 0 h 40"/>
                <a:gd name="T4" fmla="*/ 5 w 31"/>
                <a:gd name="T5" fmla="*/ 0 h 40"/>
                <a:gd name="T6" fmla="*/ 5 w 31"/>
                <a:gd name="T7" fmla="*/ 16 h 40"/>
                <a:gd name="T8" fmla="*/ 26 w 31"/>
                <a:gd name="T9" fmla="*/ 16 h 40"/>
                <a:gd name="T10" fmla="*/ 26 w 31"/>
                <a:gd name="T11" fmla="*/ 0 h 40"/>
                <a:gd name="T12" fmla="*/ 28 w 31"/>
                <a:gd name="T13" fmla="*/ 0 h 40"/>
                <a:gd name="T14" fmla="*/ 31 w 31"/>
                <a:gd name="T15" fmla="*/ 0 h 40"/>
                <a:gd name="T16" fmla="*/ 31 w 31"/>
                <a:gd name="T17" fmla="*/ 40 h 40"/>
                <a:gd name="T18" fmla="*/ 28 w 31"/>
                <a:gd name="T19" fmla="*/ 40 h 40"/>
                <a:gd name="T20" fmla="*/ 26 w 31"/>
                <a:gd name="T21" fmla="*/ 40 h 40"/>
                <a:gd name="T22" fmla="*/ 26 w 31"/>
                <a:gd name="T23" fmla="*/ 21 h 40"/>
                <a:gd name="T24" fmla="*/ 5 w 31"/>
                <a:gd name="T25" fmla="*/ 21 h 40"/>
                <a:gd name="T26" fmla="*/ 5 w 31"/>
                <a:gd name="T27" fmla="*/ 40 h 40"/>
                <a:gd name="T28" fmla="*/ 2 w 31"/>
                <a:gd name="T29" fmla="*/ 40 h 40"/>
                <a:gd name="T30" fmla="*/ 0 w 31"/>
                <a:gd name="T31" fmla="*/ 40 h 40"/>
                <a:gd name="T32" fmla="*/ 0 w 31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16"/>
                  </a:lnTo>
                  <a:lnTo>
                    <a:pt x="26" y="16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21"/>
                  </a:lnTo>
                  <a:lnTo>
                    <a:pt x="5" y="21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81A7FA4F-D46A-4C1A-97D3-233F93D2D1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3" y="933"/>
              <a:ext cx="29" cy="40"/>
            </a:xfrm>
            <a:custGeom>
              <a:avLst/>
              <a:gdLst>
                <a:gd name="T0" fmla="*/ 0 w 29"/>
                <a:gd name="T1" fmla="*/ 40 h 40"/>
                <a:gd name="T2" fmla="*/ 0 w 29"/>
                <a:gd name="T3" fmla="*/ 0 h 40"/>
                <a:gd name="T4" fmla="*/ 29 w 29"/>
                <a:gd name="T5" fmla="*/ 0 h 40"/>
                <a:gd name="T6" fmla="*/ 29 w 29"/>
                <a:gd name="T7" fmla="*/ 3 h 40"/>
                <a:gd name="T8" fmla="*/ 29 w 29"/>
                <a:gd name="T9" fmla="*/ 5 h 40"/>
                <a:gd name="T10" fmla="*/ 6 w 29"/>
                <a:gd name="T11" fmla="*/ 5 h 40"/>
                <a:gd name="T12" fmla="*/ 6 w 29"/>
                <a:gd name="T13" fmla="*/ 16 h 40"/>
                <a:gd name="T14" fmla="*/ 27 w 29"/>
                <a:gd name="T15" fmla="*/ 16 h 40"/>
                <a:gd name="T16" fmla="*/ 27 w 29"/>
                <a:gd name="T17" fmla="*/ 19 h 40"/>
                <a:gd name="T18" fmla="*/ 27 w 29"/>
                <a:gd name="T19" fmla="*/ 21 h 40"/>
                <a:gd name="T20" fmla="*/ 6 w 29"/>
                <a:gd name="T21" fmla="*/ 21 h 40"/>
                <a:gd name="T22" fmla="*/ 6 w 29"/>
                <a:gd name="T23" fmla="*/ 35 h 40"/>
                <a:gd name="T24" fmla="*/ 29 w 29"/>
                <a:gd name="T25" fmla="*/ 35 h 40"/>
                <a:gd name="T26" fmla="*/ 29 w 29"/>
                <a:gd name="T27" fmla="*/ 37 h 40"/>
                <a:gd name="T28" fmla="*/ 29 w 29"/>
                <a:gd name="T29" fmla="*/ 40 h 40"/>
                <a:gd name="T30" fmla="*/ 0 w 29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lnTo>
                    <a:pt x="0" y="0"/>
                  </a:lnTo>
                  <a:lnTo>
                    <a:pt x="29" y="0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29" y="35"/>
                  </a:lnTo>
                  <a:lnTo>
                    <a:pt x="29" y="37"/>
                  </a:lnTo>
                  <a:lnTo>
                    <a:pt x="29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2" name="Freeform 90">
              <a:extLst>
                <a:ext uri="{FF2B5EF4-FFF2-40B4-BE49-F238E27FC236}">
                  <a16:creationId xmlns:a16="http://schemas.microsoft.com/office/drawing/2014/main" id="{A8FC6536-F9BC-4441-8721-A27B85191F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42" y="933"/>
              <a:ext cx="22" cy="40"/>
            </a:xfrm>
            <a:custGeom>
              <a:avLst/>
              <a:gdLst>
                <a:gd name="T0" fmla="*/ 14 w 18"/>
                <a:gd name="T1" fmla="*/ 0 h 32"/>
                <a:gd name="T2" fmla="*/ 16 w 18"/>
                <a:gd name="T3" fmla="*/ 0 h 32"/>
                <a:gd name="T4" fmla="*/ 18 w 18"/>
                <a:gd name="T5" fmla="*/ 0 h 32"/>
                <a:gd name="T6" fmla="*/ 18 w 18"/>
                <a:gd name="T7" fmla="*/ 23 h 32"/>
                <a:gd name="T8" fmla="*/ 16 w 18"/>
                <a:gd name="T9" fmla="*/ 30 h 32"/>
                <a:gd name="T10" fmla="*/ 9 w 18"/>
                <a:gd name="T11" fmla="*/ 32 h 32"/>
                <a:gd name="T12" fmla="*/ 2 w 18"/>
                <a:gd name="T13" fmla="*/ 30 h 32"/>
                <a:gd name="T14" fmla="*/ 0 w 18"/>
                <a:gd name="T15" fmla="*/ 23 h 32"/>
                <a:gd name="T16" fmla="*/ 0 w 18"/>
                <a:gd name="T17" fmla="*/ 21 h 32"/>
                <a:gd name="T18" fmla="*/ 4 w 18"/>
                <a:gd name="T19" fmla="*/ 21 h 32"/>
                <a:gd name="T20" fmla="*/ 4 w 18"/>
                <a:gd name="T21" fmla="*/ 23 h 32"/>
                <a:gd name="T22" fmla="*/ 6 w 18"/>
                <a:gd name="T23" fmla="*/ 27 h 32"/>
                <a:gd name="T24" fmla="*/ 9 w 18"/>
                <a:gd name="T25" fmla="*/ 29 h 32"/>
                <a:gd name="T26" fmla="*/ 13 w 18"/>
                <a:gd name="T27" fmla="*/ 27 h 32"/>
                <a:gd name="T28" fmla="*/ 14 w 18"/>
                <a:gd name="T29" fmla="*/ 23 h 32"/>
                <a:gd name="T30" fmla="*/ 14 w 18"/>
                <a:gd name="T3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32">
                  <a:moveTo>
                    <a:pt x="1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6"/>
                    <a:pt x="18" y="28"/>
                    <a:pt x="16" y="30"/>
                  </a:cubicBezTo>
                  <a:cubicBezTo>
                    <a:pt x="14" y="32"/>
                    <a:pt x="12" y="32"/>
                    <a:pt x="9" y="32"/>
                  </a:cubicBezTo>
                  <a:cubicBezTo>
                    <a:pt x="6" y="32"/>
                    <a:pt x="4" y="32"/>
                    <a:pt x="2" y="30"/>
                  </a:cubicBezTo>
                  <a:cubicBezTo>
                    <a:pt x="1" y="28"/>
                    <a:pt x="0" y="26"/>
                    <a:pt x="0" y="2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5"/>
                    <a:pt x="5" y="26"/>
                    <a:pt x="6" y="27"/>
                  </a:cubicBezTo>
                  <a:cubicBezTo>
                    <a:pt x="6" y="28"/>
                    <a:pt x="8" y="29"/>
                    <a:pt x="9" y="29"/>
                  </a:cubicBezTo>
                  <a:cubicBezTo>
                    <a:pt x="11" y="29"/>
                    <a:pt x="12" y="28"/>
                    <a:pt x="13" y="27"/>
                  </a:cubicBezTo>
                  <a:cubicBezTo>
                    <a:pt x="14" y="26"/>
                    <a:pt x="14" y="24"/>
                    <a:pt x="14" y="23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3" name="Freeform 91">
              <a:extLst>
                <a:ext uri="{FF2B5EF4-FFF2-40B4-BE49-F238E27FC236}">
                  <a16:creationId xmlns:a16="http://schemas.microsoft.com/office/drawing/2014/main" id="{6693BE4E-D27E-4523-8740-902AAC1A4B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79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3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3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4" name="Freeform 92">
              <a:extLst>
                <a:ext uri="{FF2B5EF4-FFF2-40B4-BE49-F238E27FC236}">
                  <a16:creationId xmlns:a16="http://schemas.microsoft.com/office/drawing/2014/main" id="{BCF6364F-D3DF-4FBA-BBCC-F261864E1DA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95" y="933"/>
              <a:ext cx="36" cy="40"/>
            </a:xfrm>
            <a:custGeom>
              <a:avLst/>
              <a:gdLst>
                <a:gd name="T0" fmla="*/ 15 w 36"/>
                <a:gd name="T1" fmla="*/ 0 h 40"/>
                <a:gd name="T2" fmla="*/ 19 w 36"/>
                <a:gd name="T3" fmla="*/ 0 h 40"/>
                <a:gd name="T4" fmla="*/ 21 w 36"/>
                <a:gd name="T5" fmla="*/ 0 h 40"/>
                <a:gd name="T6" fmla="*/ 36 w 36"/>
                <a:gd name="T7" fmla="*/ 40 h 40"/>
                <a:gd name="T8" fmla="*/ 33 w 36"/>
                <a:gd name="T9" fmla="*/ 40 h 40"/>
                <a:gd name="T10" fmla="*/ 30 w 36"/>
                <a:gd name="T11" fmla="*/ 40 h 40"/>
                <a:gd name="T12" fmla="*/ 26 w 36"/>
                <a:gd name="T13" fmla="*/ 27 h 40"/>
                <a:gd name="T14" fmla="*/ 10 w 36"/>
                <a:gd name="T15" fmla="*/ 27 h 40"/>
                <a:gd name="T16" fmla="*/ 7 w 36"/>
                <a:gd name="T17" fmla="*/ 40 h 40"/>
                <a:gd name="T18" fmla="*/ 4 w 36"/>
                <a:gd name="T19" fmla="*/ 40 h 40"/>
                <a:gd name="T20" fmla="*/ 0 w 36"/>
                <a:gd name="T21" fmla="*/ 40 h 40"/>
                <a:gd name="T22" fmla="*/ 15 w 36"/>
                <a:gd name="T23" fmla="*/ 0 h 40"/>
                <a:gd name="T24" fmla="*/ 12 w 36"/>
                <a:gd name="T25" fmla="*/ 24 h 40"/>
                <a:gd name="T26" fmla="*/ 24 w 36"/>
                <a:gd name="T27" fmla="*/ 24 h 40"/>
                <a:gd name="T28" fmla="*/ 19 w 36"/>
                <a:gd name="T29" fmla="*/ 5 h 40"/>
                <a:gd name="T30" fmla="*/ 19 w 36"/>
                <a:gd name="T31" fmla="*/ 5 h 40"/>
                <a:gd name="T32" fmla="*/ 12 w 36"/>
                <a:gd name="T33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6" h="40">
                  <a:moveTo>
                    <a:pt x="15" y="0"/>
                  </a:moveTo>
                  <a:lnTo>
                    <a:pt x="19" y="0"/>
                  </a:lnTo>
                  <a:lnTo>
                    <a:pt x="21" y="0"/>
                  </a:lnTo>
                  <a:lnTo>
                    <a:pt x="36" y="40"/>
                  </a:lnTo>
                  <a:lnTo>
                    <a:pt x="33" y="40"/>
                  </a:lnTo>
                  <a:lnTo>
                    <a:pt x="30" y="40"/>
                  </a:lnTo>
                  <a:lnTo>
                    <a:pt x="26" y="27"/>
                  </a:lnTo>
                  <a:lnTo>
                    <a:pt x="10" y="27"/>
                  </a:lnTo>
                  <a:lnTo>
                    <a:pt x="7" y="40"/>
                  </a:lnTo>
                  <a:lnTo>
                    <a:pt x="4" y="40"/>
                  </a:lnTo>
                  <a:lnTo>
                    <a:pt x="0" y="40"/>
                  </a:lnTo>
                  <a:lnTo>
                    <a:pt x="15" y="0"/>
                  </a:lnTo>
                  <a:close/>
                  <a:moveTo>
                    <a:pt x="12" y="24"/>
                  </a:moveTo>
                  <a:lnTo>
                    <a:pt x="24" y="2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5" name="Freeform 93">
              <a:extLst>
                <a:ext uri="{FF2B5EF4-FFF2-40B4-BE49-F238E27FC236}">
                  <a16:creationId xmlns:a16="http://schemas.microsoft.com/office/drawing/2014/main" id="{BB400BF6-1578-4493-8AE0-008AA7F835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41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3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4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9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9 w 31"/>
                <a:gd name="T23" fmla="*/ 40 h 40"/>
                <a:gd name="T24" fmla="*/ 26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3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9" y="40"/>
                  </a:lnTo>
                  <a:lnTo>
                    <a:pt x="26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6" name="Freeform 94">
              <a:extLst>
                <a:ext uri="{FF2B5EF4-FFF2-40B4-BE49-F238E27FC236}">
                  <a16:creationId xmlns:a16="http://schemas.microsoft.com/office/drawing/2014/main" id="{501DFC0F-24B0-4954-ABC4-F8FB4835C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7" y="932"/>
              <a:ext cx="36" cy="41"/>
            </a:xfrm>
            <a:custGeom>
              <a:avLst/>
              <a:gdLst>
                <a:gd name="T0" fmla="*/ 15 w 29"/>
                <a:gd name="T1" fmla="*/ 33 h 33"/>
                <a:gd name="T2" fmla="*/ 4 w 29"/>
                <a:gd name="T3" fmla="*/ 29 h 33"/>
                <a:gd name="T4" fmla="*/ 0 w 29"/>
                <a:gd name="T5" fmla="*/ 17 h 33"/>
                <a:gd name="T6" fmla="*/ 4 w 29"/>
                <a:gd name="T7" fmla="*/ 5 h 33"/>
                <a:gd name="T8" fmla="*/ 15 w 29"/>
                <a:gd name="T9" fmla="*/ 0 h 33"/>
                <a:gd name="T10" fmla="*/ 24 w 29"/>
                <a:gd name="T11" fmla="*/ 3 h 33"/>
                <a:gd name="T12" fmla="*/ 28 w 29"/>
                <a:gd name="T13" fmla="*/ 10 h 33"/>
                <a:gd name="T14" fmla="*/ 24 w 29"/>
                <a:gd name="T15" fmla="*/ 10 h 33"/>
                <a:gd name="T16" fmla="*/ 21 w 29"/>
                <a:gd name="T17" fmla="*/ 5 h 33"/>
                <a:gd name="T18" fmla="*/ 15 w 29"/>
                <a:gd name="T19" fmla="*/ 4 h 33"/>
                <a:gd name="T20" fmla="*/ 7 w 29"/>
                <a:gd name="T21" fmla="*/ 7 h 33"/>
                <a:gd name="T22" fmla="*/ 4 w 29"/>
                <a:gd name="T23" fmla="*/ 17 h 33"/>
                <a:gd name="T24" fmla="*/ 7 w 29"/>
                <a:gd name="T25" fmla="*/ 26 h 33"/>
                <a:gd name="T26" fmla="*/ 15 w 29"/>
                <a:gd name="T27" fmla="*/ 30 h 33"/>
                <a:gd name="T28" fmla="*/ 23 w 29"/>
                <a:gd name="T29" fmla="*/ 26 h 33"/>
                <a:gd name="T30" fmla="*/ 24 w 29"/>
                <a:gd name="T31" fmla="*/ 25 h 33"/>
                <a:gd name="T32" fmla="*/ 25 w 29"/>
                <a:gd name="T33" fmla="*/ 23 h 33"/>
                <a:gd name="T34" fmla="*/ 25 w 29"/>
                <a:gd name="T35" fmla="*/ 20 h 33"/>
                <a:gd name="T36" fmla="*/ 25 w 29"/>
                <a:gd name="T37" fmla="*/ 19 h 33"/>
                <a:gd name="T38" fmla="*/ 15 w 29"/>
                <a:gd name="T39" fmla="*/ 19 h 33"/>
                <a:gd name="T40" fmla="*/ 15 w 29"/>
                <a:gd name="T41" fmla="*/ 16 h 33"/>
                <a:gd name="T42" fmla="*/ 29 w 29"/>
                <a:gd name="T43" fmla="*/ 16 h 33"/>
                <a:gd name="T44" fmla="*/ 29 w 29"/>
                <a:gd name="T45" fmla="*/ 32 h 33"/>
                <a:gd name="T46" fmla="*/ 26 w 29"/>
                <a:gd name="T47" fmla="*/ 32 h 33"/>
                <a:gd name="T48" fmla="*/ 25 w 29"/>
                <a:gd name="T49" fmla="*/ 28 h 33"/>
                <a:gd name="T50" fmla="*/ 25 w 29"/>
                <a:gd name="T51" fmla="*/ 29 h 33"/>
                <a:gd name="T52" fmla="*/ 15 w 29"/>
                <a:gd name="T5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3">
                  <a:moveTo>
                    <a:pt x="15" y="33"/>
                  </a:moveTo>
                  <a:cubicBezTo>
                    <a:pt x="10" y="33"/>
                    <a:pt x="7" y="32"/>
                    <a:pt x="4" y="29"/>
                  </a:cubicBezTo>
                  <a:cubicBezTo>
                    <a:pt x="1" y="26"/>
                    <a:pt x="0" y="22"/>
                    <a:pt x="0" y="17"/>
                  </a:cubicBezTo>
                  <a:cubicBezTo>
                    <a:pt x="0" y="12"/>
                    <a:pt x="1" y="8"/>
                    <a:pt x="4" y="5"/>
                  </a:cubicBezTo>
                  <a:cubicBezTo>
                    <a:pt x="7" y="1"/>
                    <a:pt x="10" y="0"/>
                    <a:pt x="15" y="0"/>
                  </a:cubicBezTo>
                  <a:cubicBezTo>
                    <a:pt x="18" y="0"/>
                    <a:pt x="21" y="1"/>
                    <a:pt x="24" y="3"/>
                  </a:cubicBezTo>
                  <a:cubicBezTo>
                    <a:pt x="26" y="5"/>
                    <a:pt x="28" y="7"/>
                    <a:pt x="28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8"/>
                    <a:pt x="23" y="7"/>
                    <a:pt x="21" y="5"/>
                  </a:cubicBezTo>
                  <a:cubicBezTo>
                    <a:pt x="19" y="4"/>
                    <a:pt x="17" y="4"/>
                    <a:pt x="15" y="4"/>
                  </a:cubicBezTo>
                  <a:cubicBezTo>
                    <a:pt x="12" y="4"/>
                    <a:pt x="9" y="5"/>
                    <a:pt x="7" y="7"/>
                  </a:cubicBezTo>
                  <a:cubicBezTo>
                    <a:pt x="5" y="10"/>
                    <a:pt x="4" y="13"/>
                    <a:pt x="4" y="17"/>
                  </a:cubicBezTo>
                  <a:cubicBezTo>
                    <a:pt x="4" y="21"/>
                    <a:pt x="5" y="24"/>
                    <a:pt x="7" y="26"/>
                  </a:cubicBezTo>
                  <a:cubicBezTo>
                    <a:pt x="9" y="29"/>
                    <a:pt x="12" y="30"/>
                    <a:pt x="15" y="30"/>
                  </a:cubicBezTo>
                  <a:cubicBezTo>
                    <a:pt x="18" y="30"/>
                    <a:pt x="21" y="29"/>
                    <a:pt x="23" y="26"/>
                  </a:cubicBezTo>
                  <a:cubicBezTo>
                    <a:pt x="23" y="26"/>
                    <a:pt x="23" y="25"/>
                    <a:pt x="24" y="25"/>
                  </a:cubicBezTo>
                  <a:cubicBezTo>
                    <a:pt x="24" y="24"/>
                    <a:pt x="24" y="24"/>
                    <a:pt x="25" y="23"/>
                  </a:cubicBezTo>
                  <a:cubicBezTo>
                    <a:pt x="25" y="22"/>
                    <a:pt x="25" y="21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15" y="19"/>
                    <a:pt x="15" y="19"/>
                    <a:pt x="15" y="19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2" y="32"/>
                    <a:pt x="19" y="33"/>
                    <a:pt x="15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7" name="Freeform 95">
              <a:extLst>
                <a:ext uri="{FF2B5EF4-FFF2-40B4-BE49-F238E27FC236}">
                  <a16:creationId xmlns:a16="http://schemas.microsoft.com/office/drawing/2014/main" id="{42329684-B9F7-499D-B72E-4F232FC382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60" y="933"/>
              <a:ext cx="31" cy="40"/>
            </a:xfrm>
            <a:custGeom>
              <a:avLst/>
              <a:gdLst>
                <a:gd name="T0" fmla="*/ 25 w 25"/>
                <a:gd name="T1" fmla="*/ 20 h 32"/>
                <a:gd name="T2" fmla="*/ 21 w 25"/>
                <a:gd name="T3" fmla="*/ 29 h 32"/>
                <a:gd name="T4" fmla="*/ 12 w 25"/>
                <a:gd name="T5" fmla="*/ 32 h 32"/>
                <a:gd name="T6" fmla="*/ 3 w 25"/>
                <a:gd name="T7" fmla="*/ 29 h 32"/>
                <a:gd name="T8" fmla="*/ 0 w 25"/>
                <a:gd name="T9" fmla="*/ 20 h 32"/>
                <a:gd name="T10" fmla="*/ 0 w 25"/>
                <a:gd name="T11" fmla="*/ 0 h 32"/>
                <a:gd name="T12" fmla="*/ 2 w 25"/>
                <a:gd name="T13" fmla="*/ 0 h 32"/>
                <a:gd name="T14" fmla="*/ 4 w 25"/>
                <a:gd name="T15" fmla="*/ 0 h 32"/>
                <a:gd name="T16" fmla="*/ 4 w 25"/>
                <a:gd name="T17" fmla="*/ 20 h 32"/>
                <a:gd name="T18" fmla="*/ 6 w 25"/>
                <a:gd name="T19" fmla="*/ 26 h 32"/>
                <a:gd name="T20" fmla="*/ 12 w 25"/>
                <a:gd name="T21" fmla="*/ 29 h 32"/>
                <a:gd name="T22" fmla="*/ 18 w 25"/>
                <a:gd name="T23" fmla="*/ 26 h 32"/>
                <a:gd name="T24" fmla="*/ 20 w 25"/>
                <a:gd name="T25" fmla="*/ 20 h 32"/>
                <a:gd name="T26" fmla="*/ 20 w 25"/>
                <a:gd name="T27" fmla="*/ 0 h 32"/>
                <a:gd name="T28" fmla="*/ 22 w 25"/>
                <a:gd name="T29" fmla="*/ 0 h 32"/>
                <a:gd name="T30" fmla="*/ 25 w 25"/>
                <a:gd name="T31" fmla="*/ 0 h 32"/>
                <a:gd name="T32" fmla="*/ 25 w 25"/>
                <a:gd name="T33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2">
                  <a:moveTo>
                    <a:pt x="25" y="20"/>
                  </a:moveTo>
                  <a:cubicBezTo>
                    <a:pt x="25" y="24"/>
                    <a:pt x="23" y="27"/>
                    <a:pt x="21" y="29"/>
                  </a:cubicBezTo>
                  <a:cubicBezTo>
                    <a:pt x="19" y="31"/>
                    <a:pt x="16" y="32"/>
                    <a:pt x="12" y="32"/>
                  </a:cubicBezTo>
                  <a:cubicBezTo>
                    <a:pt x="8" y="32"/>
                    <a:pt x="5" y="31"/>
                    <a:pt x="3" y="29"/>
                  </a:cubicBezTo>
                  <a:cubicBezTo>
                    <a:pt x="1" y="27"/>
                    <a:pt x="0" y="24"/>
                    <a:pt x="0" y="2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3"/>
                    <a:pt x="5" y="25"/>
                    <a:pt x="6" y="26"/>
                  </a:cubicBezTo>
                  <a:cubicBezTo>
                    <a:pt x="7" y="28"/>
                    <a:pt x="9" y="29"/>
                    <a:pt x="12" y="29"/>
                  </a:cubicBezTo>
                  <a:cubicBezTo>
                    <a:pt x="15" y="29"/>
                    <a:pt x="17" y="28"/>
                    <a:pt x="18" y="26"/>
                  </a:cubicBezTo>
                  <a:cubicBezTo>
                    <a:pt x="20" y="25"/>
                    <a:pt x="20" y="23"/>
                    <a:pt x="20" y="2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8" name="Freeform 96">
              <a:extLst>
                <a:ext uri="{FF2B5EF4-FFF2-40B4-BE49-F238E27FC236}">
                  <a16:creationId xmlns:a16="http://schemas.microsoft.com/office/drawing/2014/main" id="{8311FB1C-F402-483C-915D-13BCA25DBE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06" y="933"/>
              <a:ext cx="31" cy="40"/>
            </a:xfrm>
            <a:custGeom>
              <a:avLst/>
              <a:gdLst>
                <a:gd name="T0" fmla="*/ 5 w 31"/>
                <a:gd name="T1" fmla="*/ 40 h 40"/>
                <a:gd name="T2" fmla="*/ 2 w 31"/>
                <a:gd name="T3" fmla="*/ 40 h 40"/>
                <a:gd name="T4" fmla="*/ 0 w 31"/>
                <a:gd name="T5" fmla="*/ 40 h 40"/>
                <a:gd name="T6" fmla="*/ 0 w 31"/>
                <a:gd name="T7" fmla="*/ 0 h 40"/>
                <a:gd name="T8" fmla="*/ 2 w 31"/>
                <a:gd name="T9" fmla="*/ 0 h 40"/>
                <a:gd name="T10" fmla="*/ 6 w 31"/>
                <a:gd name="T11" fmla="*/ 0 h 40"/>
                <a:gd name="T12" fmla="*/ 26 w 31"/>
                <a:gd name="T13" fmla="*/ 32 h 40"/>
                <a:gd name="T14" fmla="*/ 26 w 31"/>
                <a:gd name="T15" fmla="*/ 0 h 40"/>
                <a:gd name="T16" fmla="*/ 28 w 31"/>
                <a:gd name="T17" fmla="*/ 0 h 40"/>
                <a:gd name="T18" fmla="*/ 31 w 31"/>
                <a:gd name="T19" fmla="*/ 0 h 40"/>
                <a:gd name="T20" fmla="*/ 31 w 31"/>
                <a:gd name="T21" fmla="*/ 40 h 40"/>
                <a:gd name="T22" fmla="*/ 28 w 31"/>
                <a:gd name="T23" fmla="*/ 40 h 40"/>
                <a:gd name="T24" fmla="*/ 25 w 31"/>
                <a:gd name="T25" fmla="*/ 40 h 40"/>
                <a:gd name="T26" fmla="*/ 5 w 31"/>
                <a:gd name="T27" fmla="*/ 8 h 40"/>
                <a:gd name="T28" fmla="*/ 5 w 31"/>
                <a:gd name="T2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40">
                  <a:moveTo>
                    <a:pt x="5" y="40"/>
                  </a:move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1" y="0"/>
                  </a:lnTo>
                  <a:lnTo>
                    <a:pt x="31" y="40"/>
                  </a:lnTo>
                  <a:lnTo>
                    <a:pt x="28" y="40"/>
                  </a:lnTo>
                  <a:lnTo>
                    <a:pt x="25" y="40"/>
                  </a:lnTo>
                  <a:lnTo>
                    <a:pt x="5" y="8"/>
                  </a:lnTo>
                  <a:lnTo>
                    <a:pt x="5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9" name="Freeform 97">
              <a:extLst>
                <a:ext uri="{FF2B5EF4-FFF2-40B4-BE49-F238E27FC236}">
                  <a16:creationId xmlns:a16="http://schemas.microsoft.com/office/drawing/2014/main" id="{74EBE19E-60AE-4336-970D-92A4A8CF16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2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0" name="Freeform 98">
              <a:extLst>
                <a:ext uri="{FF2B5EF4-FFF2-40B4-BE49-F238E27FC236}">
                  <a16:creationId xmlns:a16="http://schemas.microsoft.com/office/drawing/2014/main" id="{04BEAC95-956E-4C8F-A9CC-02333D33A0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67" y="933"/>
              <a:ext cx="34" cy="40"/>
            </a:xfrm>
            <a:custGeom>
              <a:avLst/>
              <a:gdLst>
                <a:gd name="T0" fmla="*/ 0 w 34"/>
                <a:gd name="T1" fmla="*/ 0 h 40"/>
                <a:gd name="T2" fmla="*/ 3 w 34"/>
                <a:gd name="T3" fmla="*/ 0 h 40"/>
                <a:gd name="T4" fmla="*/ 6 w 34"/>
                <a:gd name="T5" fmla="*/ 0 h 40"/>
                <a:gd name="T6" fmla="*/ 17 w 34"/>
                <a:gd name="T7" fmla="*/ 34 h 40"/>
                <a:gd name="T8" fmla="*/ 17 w 34"/>
                <a:gd name="T9" fmla="*/ 34 h 40"/>
                <a:gd name="T10" fmla="*/ 28 w 34"/>
                <a:gd name="T11" fmla="*/ 0 h 40"/>
                <a:gd name="T12" fmla="*/ 32 w 34"/>
                <a:gd name="T13" fmla="*/ 0 h 40"/>
                <a:gd name="T14" fmla="*/ 34 w 34"/>
                <a:gd name="T15" fmla="*/ 0 h 40"/>
                <a:gd name="T16" fmla="*/ 21 w 34"/>
                <a:gd name="T17" fmla="*/ 40 h 40"/>
                <a:gd name="T18" fmla="*/ 17 w 34"/>
                <a:gd name="T19" fmla="*/ 40 h 40"/>
                <a:gd name="T20" fmla="*/ 15 w 34"/>
                <a:gd name="T21" fmla="*/ 40 h 40"/>
                <a:gd name="T22" fmla="*/ 0 w 34"/>
                <a:gd name="T2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" h="40">
                  <a:moveTo>
                    <a:pt x="0" y="0"/>
                  </a:moveTo>
                  <a:lnTo>
                    <a:pt x="3" y="0"/>
                  </a:lnTo>
                  <a:lnTo>
                    <a:pt x="6" y="0"/>
                  </a:lnTo>
                  <a:lnTo>
                    <a:pt x="17" y="34"/>
                  </a:lnTo>
                  <a:lnTo>
                    <a:pt x="17" y="34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1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1" name="Freeform 99">
              <a:extLst>
                <a:ext uri="{FF2B5EF4-FFF2-40B4-BE49-F238E27FC236}">
                  <a16:creationId xmlns:a16="http://schemas.microsoft.com/office/drawing/2014/main" id="{17CE1736-50CE-4B74-9A92-57E24747AD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11" y="933"/>
              <a:ext cx="30" cy="40"/>
            </a:xfrm>
            <a:custGeom>
              <a:avLst/>
              <a:gdLst>
                <a:gd name="T0" fmla="*/ 0 w 30"/>
                <a:gd name="T1" fmla="*/ 40 h 40"/>
                <a:gd name="T2" fmla="*/ 0 w 30"/>
                <a:gd name="T3" fmla="*/ 0 h 40"/>
                <a:gd name="T4" fmla="*/ 30 w 30"/>
                <a:gd name="T5" fmla="*/ 0 h 40"/>
                <a:gd name="T6" fmla="*/ 30 w 30"/>
                <a:gd name="T7" fmla="*/ 3 h 40"/>
                <a:gd name="T8" fmla="*/ 30 w 30"/>
                <a:gd name="T9" fmla="*/ 5 h 40"/>
                <a:gd name="T10" fmla="*/ 6 w 30"/>
                <a:gd name="T11" fmla="*/ 5 h 40"/>
                <a:gd name="T12" fmla="*/ 6 w 30"/>
                <a:gd name="T13" fmla="*/ 16 h 40"/>
                <a:gd name="T14" fmla="*/ 27 w 30"/>
                <a:gd name="T15" fmla="*/ 16 h 40"/>
                <a:gd name="T16" fmla="*/ 27 w 30"/>
                <a:gd name="T17" fmla="*/ 19 h 40"/>
                <a:gd name="T18" fmla="*/ 27 w 30"/>
                <a:gd name="T19" fmla="*/ 21 h 40"/>
                <a:gd name="T20" fmla="*/ 6 w 30"/>
                <a:gd name="T21" fmla="*/ 21 h 40"/>
                <a:gd name="T22" fmla="*/ 6 w 30"/>
                <a:gd name="T23" fmla="*/ 35 h 40"/>
                <a:gd name="T24" fmla="*/ 30 w 30"/>
                <a:gd name="T25" fmla="*/ 35 h 40"/>
                <a:gd name="T26" fmla="*/ 30 w 30"/>
                <a:gd name="T27" fmla="*/ 37 h 40"/>
                <a:gd name="T28" fmla="*/ 30 w 30"/>
                <a:gd name="T29" fmla="*/ 40 h 40"/>
                <a:gd name="T30" fmla="*/ 0 w 30"/>
                <a:gd name="T3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40">
                  <a:moveTo>
                    <a:pt x="0" y="40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" y="3"/>
                  </a:lnTo>
                  <a:lnTo>
                    <a:pt x="30" y="5"/>
                  </a:lnTo>
                  <a:lnTo>
                    <a:pt x="6" y="5"/>
                  </a:lnTo>
                  <a:lnTo>
                    <a:pt x="6" y="16"/>
                  </a:lnTo>
                  <a:lnTo>
                    <a:pt x="27" y="16"/>
                  </a:lnTo>
                  <a:lnTo>
                    <a:pt x="27" y="19"/>
                  </a:lnTo>
                  <a:lnTo>
                    <a:pt x="27" y="21"/>
                  </a:lnTo>
                  <a:lnTo>
                    <a:pt x="6" y="21"/>
                  </a:lnTo>
                  <a:lnTo>
                    <a:pt x="6" y="35"/>
                  </a:lnTo>
                  <a:lnTo>
                    <a:pt x="30" y="35"/>
                  </a:lnTo>
                  <a:lnTo>
                    <a:pt x="30" y="37"/>
                  </a:lnTo>
                  <a:lnTo>
                    <a:pt x="30" y="40"/>
                  </a:lnTo>
                  <a:lnTo>
                    <a:pt x="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2" name="Freeform 100">
              <a:extLst>
                <a:ext uri="{FF2B5EF4-FFF2-40B4-BE49-F238E27FC236}">
                  <a16:creationId xmlns:a16="http://schemas.microsoft.com/office/drawing/2014/main" id="{86D68446-BC1D-4143-808F-4EEFE5FA45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55" y="933"/>
              <a:ext cx="33" cy="40"/>
            </a:xfrm>
            <a:custGeom>
              <a:avLst/>
              <a:gdLst>
                <a:gd name="T0" fmla="*/ 0 w 27"/>
                <a:gd name="T1" fmla="*/ 0 h 32"/>
                <a:gd name="T2" fmla="*/ 2 w 27"/>
                <a:gd name="T3" fmla="*/ 0 h 32"/>
                <a:gd name="T4" fmla="*/ 15 w 27"/>
                <a:gd name="T5" fmla="*/ 0 h 32"/>
                <a:gd name="T6" fmla="*/ 23 w 27"/>
                <a:gd name="T7" fmla="*/ 2 h 32"/>
                <a:gd name="T8" fmla="*/ 25 w 27"/>
                <a:gd name="T9" fmla="*/ 8 h 32"/>
                <a:gd name="T10" fmla="*/ 23 w 27"/>
                <a:gd name="T11" fmla="*/ 15 h 32"/>
                <a:gd name="T12" fmla="*/ 21 w 27"/>
                <a:gd name="T13" fmla="*/ 16 h 32"/>
                <a:gd name="T14" fmla="*/ 22 w 27"/>
                <a:gd name="T15" fmla="*/ 16 h 32"/>
                <a:gd name="T16" fmla="*/ 25 w 27"/>
                <a:gd name="T17" fmla="*/ 22 h 32"/>
                <a:gd name="T18" fmla="*/ 25 w 27"/>
                <a:gd name="T19" fmla="*/ 28 h 32"/>
                <a:gd name="T20" fmla="*/ 25 w 27"/>
                <a:gd name="T21" fmla="*/ 30 h 32"/>
                <a:gd name="T22" fmla="*/ 27 w 27"/>
                <a:gd name="T23" fmla="*/ 31 h 32"/>
                <a:gd name="T24" fmla="*/ 27 w 27"/>
                <a:gd name="T25" fmla="*/ 31 h 32"/>
                <a:gd name="T26" fmla="*/ 21 w 27"/>
                <a:gd name="T27" fmla="*/ 31 h 32"/>
                <a:gd name="T28" fmla="*/ 21 w 27"/>
                <a:gd name="T29" fmla="*/ 29 h 32"/>
                <a:gd name="T30" fmla="*/ 21 w 27"/>
                <a:gd name="T31" fmla="*/ 26 h 32"/>
                <a:gd name="T32" fmla="*/ 21 w 27"/>
                <a:gd name="T33" fmla="*/ 23 h 32"/>
                <a:gd name="T34" fmla="*/ 19 w 27"/>
                <a:gd name="T35" fmla="*/ 19 h 32"/>
                <a:gd name="T36" fmla="*/ 15 w 27"/>
                <a:gd name="T37" fmla="*/ 18 h 32"/>
                <a:gd name="T38" fmla="*/ 4 w 27"/>
                <a:gd name="T39" fmla="*/ 18 h 32"/>
                <a:gd name="T40" fmla="*/ 4 w 27"/>
                <a:gd name="T41" fmla="*/ 32 h 32"/>
                <a:gd name="T42" fmla="*/ 2 w 27"/>
                <a:gd name="T43" fmla="*/ 32 h 32"/>
                <a:gd name="T44" fmla="*/ 0 w 27"/>
                <a:gd name="T45" fmla="*/ 32 h 32"/>
                <a:gd name="T46" fmla="*/ 0 w 27"/>
                <a:gd name="T47" fmla="*/ 0 h 32"/>
                <a:gd name="T48" fmla="*/ 4 w 27"/>
                <a:gd name="T49" fmla="*/ 14 h 32"/>
                <a:gd name="T50" fmla="*/ 15 w 27"/>
                <a:gd name="T51" fmla="*/ 14 h 32"/>
                <a:gd name="T52" fmla="*/ 19 w 27"/>
                <a:gd name="T53" fmla="*/ 13 h 32"/>
                <a:gd name="T54" fmla="*/ 21 w 27"/>
                <a:gd name="T55" fmla="*/ 9 h 32"/>
                <a:gd name="T56" fmla="*/ 19 w 27"/>
                <a:gd name="T57" fmla="*/ 5 h 32"/>
                <a:gd name="T58" fmla="*/ 15 w 27"/>
                <a:gd name="T59" fmla="*/ 3 h 32"/>
                <a:gd name="T60" fmla="*/ 4 w 27"/>
                <a:gd name="T61" fmla="*/ 3 h 32"/>
                <a:gd name="T62" fmla="*/ 4 w 27"/>
                <a:gd name="T63" fmla="*/ 1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7" h="32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8" y="0"/>
                    <a:pt x="21" y="1"/>
                    <a:pt x="23" y="2"/>
                  </a:cubicBezTo>
                  <a:cubicBezTo>
                    <a:pt x="24" y="3"/>
                    <a:pt x="25" y="6"/>
                    <a:pt x="25" y="8"/>
                  </a:cubicBezTo>
                  <a:cubicBezTo>
                    <a:pt x="25" y="11"/>
                    <a:pt x="24" y="13"/>
                    <a:pt x="23" y="15"/>
                  </a:cubicBezTo>
                  <a:cubicBezTo>
                    <a:pt x="22" y="15"/>
                    <a:pt x="22" y="16"/>
                    <a:pt x="21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4" y="17"/>
                    <a:pt x="25" y="19"/>
                    <a:pt x="25" y="22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9"/>
                    <a:pt x="25" y="29"/>
                    <a:pt x="25" y="30"/>
                  </a:cubicBezTo>
                  <a:cubicBezTo>
                    <a:pt x="26" y="30"/>
                    <a:pt x="26" y="30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21" y="31"/>
                    <a:pt x="21" y="31"/>
                    <a:pt x="21" y="29"/>
                  </a:cubicBezTo>
                  <a:cubicBezTo>
                    <a:pt x="21" y="28"/>
                    <a:pt x="21" y="27"/>
                    <a:pt x="21" y="26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1"/>
                    <a:pt x="20" y="20"/>
                    <a:pt x="19" y="19"/>
                  </a:cubicBezTo>
                  <a:cubicBezTo>
                    <a:pt x="18" y="18"/>
                    <a:pt x="17" y="18"/>
                    <a:pt x="15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2"/>
                    <a:pt x="2" y="32"/>
                    <a:pt x="2" y="32"/>
                  </a:cubicBezTo>
                  <a:cubicBezTo>
                    <a:pt x="0" y="32"/>
                    <a:pt x="0" y="32"/>
                    <a:pt x="0" y="32"/>
                  </a:cubicBezTo>
                  <a:lnTo>
                    <a:pt x="0" y="0"/>
                  </a:lnTo>
                  <a:close/>
                  <a:moveTo>
                    <a:pt x="4" y="14"/>
                  </a:moveTo>
                  <a:cubicBezTo>
                    <a:pt x="15" y="14"/>
                    <a:pt x="15" y="14"/>
                    <a:pt x="15" y="14"/>
                  </a:cubicBezTo>
                  <a:cubicBezTo>
                    <a:pt x="17" y="14"/>
                    <a:pt x="19" y="14"/>
                    <a:pt x="19" y="13"/>
                  </a:cubicBezTo>
                  <a:cubicBezTo>
                    <a:pt x="20" y="12"/>
                    <a:pt x="21" y="11"/>
                    <a:pt x="21" y="9"/>
                  </a:cubicBezTo>
                  <a:cubicBezTo>
                    <a:pt x="21" y="7"/>
                    <a:pt x="20" y="5"/>
                    <a:pt x="19" y="5"/>
                  </a:cubicBezTo>
                  <a:cubicBezTo>
                    <a:pt x="18" y="4"/>
                    <a:pt x="17" y="3"/>
                    <a:pt x="15" y="3"/>
                  </a:cubicBezTo>
                  <a:cubicBezTo>
                    <a:pt x="4" y="3"/>
                    <a:pt x="4" y="3"/>
                    <a:pt x="4" y="3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3" name="Freeform 101">
              <a:extLst>
                <a:ext uri="{FF2B5EF4-FFF2-40B4-BE49-F238E27FC236}">
                  <a16:creationId xmlns:a16="http://schemas.microsoft.com/office/drawing/2014/main" id="{A16740BA-BB18-423D-8030-6A9284B011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" y="932"/>
              <a:ext cx="31" cy="41"/>
            </a:xfrm>
            <a:custGeom>
              <a:avLst/>
              <a:gdLst>
                <a:gd name="T0" fmla="*/ 20 w 25"/>
                <a:gd name="T1" fmla="*/ 10 h 33"/>
                <a:gd name="T2" fmla="*/ 18 w 25"/>
                <a:gd name="T3" fmla="*/ 5 h 33"/>
                <a:gd name="T4" fmla="*/ 12 w 25"/>
                <a:gd name="T5" fmla="*/ 4 h 33"/>
                <a:gd name="T6" fmla="*/ 7 w 25"/>
                <a:gd name="T7" fmla="*/ 5 h 33"/>
                <a:gd name="T8" fmla="*/ 5 w 25"/>
                <a:gd name="T9" fmla="*/ 9 h 33"/>
                <a:gd name="T10" fmla="*/ 6 w 25"/>
                <a:gd name="T11" fmla="*/ 12 h 33"/>
                <a:gd name="T12" fmla="*/ 11 w 25"/>
                <a:gd name="T13" fmla="*/ 14 h 33"/>
                <a:gd name="T14" fmla="*/ 17 w 25"/>
                <a:gd name="T15" fmla="*/ 15 h 33"/>
                <a:gd name="T16" fmla="*/ 23 w 25"/>
                <a:gd name="T17" fmla="*/ 18 h 33"/>
                <a:gd name="T18" fmla="*/ 25 w 25"/>
                <a:gd name="T19" fmla="*/ 24 h 33"/>
                <a:gd name="T20" fmla="*/ 22 w 25"/>
                <a:gd name="T21" fmla="*/ 31 h 33"/>
                <a:gd name="T22" fmla="*/ 13 w 25"/>
                <a:gd name="T23" fmla="*/ 33 h 33"/>
                <a:gd name="T24" fmla="*/ 3 w 25"/>
                <a:gd name="T25" fmla="*/ 30 h 33"/>
                <a:gd name="T26" fmla="*/ 0 w 25"/>
                <a:gd name="T27" fmla="*/ 23 h 33"/>
                <a:gd name="T28" fmla="*/ 0 w 25"/>
                <a:gd name="T29" fmla="*/ 22 h 33"/>
                <a:gd name="T30" fmla="*/ 4 w 25"/>
                <a:gd name="T31" fmla="*/ 22 h 33"/>
                <a:gd name="T32" fmla="*/ 6 w 25"/>
                <a:gd name="T33" fmla="*/ 28 h 33"/>
                <a:gd name="T34" fmla="*/ 13 w 25"/>
                <a:gd name="T35" fmla="*/ 30 h 33"/>
                <a:gd name="T36" fmla="*/ 19 w 25"/>
                <a:gd name="T37" fmla="*/ 28 h 33"/>
                <a:gd name="T38" fmla="*/ 21 w 25"/>
                <a:gd name="T39" fmla="*/ 24 h 33"/>
                <a:gd name="T40" fmla="*/ 20 w 25"/>
                <a:gd name="T41" fmla="*/ 21 h 33"/>
                <a:gd name="T42" fmla="*/ 14 w 25"/>
                <a:gd name="T43" fmla="*/ 19 h 33"/>
                <a:gd name="T44" fmla="*/ 9 w 25"/>
                <a:gd name="T45" fmla="*/ 17 h 33"/>
                <a:gd name="T46" fmla="*/ 3 w 25"/>
                <a:gd name="T47" fmla="*/ 15 h 33"/>
                <a:gd name="T48" fmla="*/ 1 w 25"/>
                <a:gd name="T49" fmla="*/ 10 h 33"/>
                <a:gd name="T50" fmla="*/ 4 w 25"/>
                <a:gd name="T51" fmla="*/ 3 h 33"/>
                <a:gd name="T52" fmla="*/ 12 w 25"/>
                <a:gd name="T53" fmla="*/ 0 h 33"/>
                <a:gd name="T54" fmla="*/ 21 w 25"/>
                <a:gd name="T55" fmla="*/ 3 h 33"/>
                <a:gd name="T56" fmla="*/ 24 w 25"/>
                <a:gd name="T57" fmla="*/ 10 h 33"/>
                <a:gd name="T58" fmla="*/ 20 w 25"/>
                <a:gd name="T59" fmla="*/ 1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5" h="33">
                  <a:moveTo>
                    <a:pt x="20" y="10"/>
                  </a:moveTo>
                  <a:cubicBezTo>
                    <a:pt x="20" y="8"/>
                    <a:pt x="19" y="6"/>
                    <a:pt x="18" y="5"/>
                  </a:cubicBezTo>
                  <a:cubicBezTo>
                    <a:pt x="17" y="4"/>
                    <a:pt x="15" y="4"/>
                    <a:pt x="12" y="4"/>
                  </a:cubicBezTo>
                  <a:cubicBezTo>
                    <a:pt x="10" y="4"/>
                    <a:pt x="8" y="4"/>
                    <a:pt x="7" y="5"/>
                  </a:cubicBezTo>
                  <a:cubicBezTo>
                    <a:pt x="6" y="6"/>
                    <a:pt x="5" y="7"/>
                    <a:pt x="5" y="9"/>
                  </a:cubicBezTo>
                  <a:cubicBezTo>
                    <a:pt x="5" y="10"/>
                    <a:pt x="5" y="11"/>
                    <a:pt x="6" y="12"/>
                  </a:cubicBezTo>
                  <a:cubicBezTo>
                    <a:pt x="7" y="13"/>
                    <a:pt x="9" y="13"/>
                    <a:pt x="11" y="14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20" y="16"/>
                    <a:pt x="22" y="17"/>
                    <a:pt x="23" y="18"/>
                  </a:cubicBezTo>
                  <a:cubicBezTo>
                    <a:pt x="24" y="20"/>
                    <a:pt x="25" y="22"/>
                    <a:pt x="25" y="24"/>
                  </a:cubicBezTo>
                  <a:cubicBezTo>
                    <a:pt x="25" y="27"/>
                    <a:pt x="24" y="29"/>
                    <a:pt x="22" y="31"/>
                  </a:cubicBezTo>
                  <a:cubicBezTo>
                    <a:pt x="20" y="33"/>
                    <a:pt x="17" y="33"/>
                    <a:pt x="13" y="33"/>
                  </a:cubicBezTo>
                  <a:cubicBezTo>
                    <a:pt x="9" y="33"/>
                    <a:pt x="5" y="32"/>
                    <a:pt x="3" y="30"/>
                  </a:cubicBezTo>
                  <a:cubicBezTo>
                    <a:pt x="1" y="29"/>
                    <a:pt x="0" y="26"/>
                    <a:pt x="0" y="23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5"/>
                    <a:pt x="5" y="26"/>
                    <a:pt x="6" y="28"/>
                  </a:cubicBezTo>
                  <a:cubicBezTo>
                    <a:pt x="8" y="29"/>
                    <a:pt x="10" y="30"/>
                    <a:pt x="13" y="30"/>
                  </a:cubicBezTo>
                  <a:cubicBezTo>
                    <a:pt x="15" y="30"/>
                    <a:pt x="17" y="29"/>
                    <a:pt x="19" y="28"/>
                  </a:cubicBezTo>
                  <a:cubicBezTo>
                    <a:pt x="20" y="27"/>
                    <a:pt x="21" y="26"/>
                    <a:pt x="21" y="24"/>
                  </a:cubicBezTo>
                  <a:cubicBezTo>
                    <a:pt x="21" y="23"/>
                    <a:pt x="20" y="22"/>
                    <a:pt x="20" y="21"/>
                  </a:cubicBezTo>
                  <a:cubicBezTo>
                    <a:pt x="19" y="20"/>
                    <a:pt x="17" y="19"/>
                    <a:pt x="14" y="19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6" y="17"/>
                    <a:pt x="4" y="16"/>
                    <a:pt x="3" y="15"/>
                  </a:cubicBezTo>
                  <a:cubicBezTo>
                    <a:pt x="1" y="14"/>
                    <a:pt x="1" y="12"/>
                    <a:pt x="1" y="10"/>
                  </a:cubicBezTo>
                  <a:cubicBezTo>
                    <a:pt x="1" y="7"/>
                    <a:pt x="2" y="4"/>
                    <a:pt x="4" y="3"/>
                  </a:cubicBezTo>
                  <a:cubicBezTo>
                    <a:pt x="6" y="1"/>
                    <a:pt x="9" y="0"/>
                    <a:pt x="12" y="0"/>
                  </a:cubicBezTo>
                  <a:cubicBezTo>
                    <a:pt x="16" y="0"/>
                    <a:pt x="19" y="1"/>
                    <a:pt x="21" y="3"/>
                  </a:cubicBezTo>
                  <a:cubicBezTo>
                    <a:pt x="23" y="4"/>
                    <a:pt x="24" y="7"/>
                    <a:pt x="24" y="10"/>
                  </a:cubicBezTo>
                  <a:lnTo>
                    <a:pt x="20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4" name="Freeform 102">
              <a:extLst>
                <a:ext uri="{FF2B5EF4-FFF2-40B4-BE49-F238E27FC236}">
                  <a16:creationId xmlns:a16="http://schemas.microsoft.com/office/drawing/2014/main" id="{FF3F8CD7-139B-42A4-8774-20274C9E06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4" y="933"/>
              <a:ext cx="5" cy="40"/>
            </a:xfrm>
            <a:custGeom>
              <a:avLst/>
              <a:gdLst>
                <a:gd name="T0" fmla="*/ 0 w 5"/>
                <a:gd name="T1" fmla="*/ 0 h 40"/>
                <a:gd name="T2" fmla="*/ 2 w 5"/>
                <a:gd name="T3" fmla="*/ 0 h 40"/>
                <a:gd name="T4" fmla="*/ 5 w 5"/>
                <a:gd name="T5" fmla="*/ 0 h 40"/>
                <a:gd name="T6" fmla="*/ 5 w 5"/>
                <a:gd name="T7" fmla="*/ 40 h 40"/>
                <a:gd name="T8" fmla="*/ 2 w 5"/>
                <a:gd name="T9" fmla="*/ 40 h 40"/>
                <a:gd name="T10" fmla="*/ 0 w 5"/>
                <a:gd name="T11" fmla="*/ 40 h 40"/>
                <a:gd name="T12" fmla="*/ 0 w 5"/>
                <a:gd name="T1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40"/>
                  </a:lnTo>
                  <a:lnTo>
                    <a:pt x="2" y="40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5" name="Freeform 103">
              <a:extLst>
                <a:ext uri="{FF2B5EF4-FFF2-40B4-BE49-F238E27FC236}">
                  <a16:creationId xmlns:a16="http://schemas.microsoft.com/office/drawing/2014/main" id="{B29B3C96-B908-4106-A7F3-727084DA5A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60" y="933"/>
              <a:ext cx="32" cy="40"/>
            </a:xfrm>
            <a:custGeom>
              <a:avLst/>
              <a:gdLst>
                <a:gd name="T0" fmla="*/ 13 w 32"/>
                <a:gd name="T1" fmla="*/ 5 h 40"/>
                <a:gd name="T2" fmla="*/ 0 w 32"/>
                <a:gd name="T3" fmla="*/ 5 h 40"/>
                <a:gd name="T4" fmla="*/ 0 w 32"/>
                <a:gd name="T5" fmla="*/ 3 h 40"/>
                <a:gd name="T6" fmla="*/ 0 w 32"/>
                <a:gd name="T7" fmla="*/ 0 h 40"/>
                <a:gd name="T8" fmla="*/ 32 w 32"/>
                <a:gd name="T9" fmla="*/ 0 h 40"/>
                <a:gd name="T10" fmla="*/ 32 w 32"/>
                <a:gd name="T11" fmla="*/ 3 h 40"/>
                <a:gd name="T12" fmla="*/ 32 w 32"/>
                <a:gd name="T13" fmla="*/ 5 h 40"/>
                <a:gd name="T14" fmla="*/ 18 w 32"/>
                <a:gd name="T15" fmla="*/ 5 h 40"/>
                <a:gd name="T16" fmla="*/ 18 w 32"/>
                <a:gd name="T17" fmla="*/ 40 h 40"/>
                <a:gd name="T18" fmla="*/ 16 w 32"/>
                <a:gd name="T19" fmla="*/ 40 h 40"/>
                <a:gd name="T20" fmla="*/ 13 w 32"/>
                <a:gd name="T21" fmla="*/ 40 h 40"/>
                <a:gd name="T22" fmla="*/ 13 w 32"/>
                <a:gd name="T23" fmla="*/ 5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" h="40">
                  <a:moveTo>
                    <a:pt x="13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32" y="0"/>
                  </a:lnTo>
                  <a:lnTo>
                    <a:pt x="32" y="3"/>
                  </a:lnTo>
                  <a:lnTo>
                    <a:pt x="32" y="5"/>
                  </a:lnTo>
                  <a:lnTo>
                    <a:pt x="18" y="5"/>
                  </a:lnTo>
                  <a:lnTo>
                    <a:pt x="18" y="40"/>
                  </a:lnTo>
                  <a:lnTo>
                    <a:pt x="16" y="40"/>
                  </a:lnTo>
                  <a:lnTo>
                    <a:pt x="13" y="40"/>
                  </a:lnTo>
                  <a:lnTo>
                    <a:pt x="13" y="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6" name="Freeform 104">
              <a:extLst>
                <a:ext uri="{FF2B5EF4-FFF2-40B4-BE49-F238E27FC236}">
                  <a16:creationId xmlns:a16="http://schemas.microsoft.com/office/drawing/2014/main" id="{8B118C6E-F6BB-41A7-9771-9F583704B3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01" y="933"/>
              <a:ext cx="34" cy="40"/>
            </a:xfrm>
            <a:custGeom>
              <a:avLst/>
              <a:gdLst>
                <a:gd name="T0" fmla="*/ 15 w 34"/>
                <a:gd name="T1" fmla="*/ 24 h 40"/>
                <a:gd name="T2" fmla="*/ 0 w 34"/>
                <a:gd name="T3" fmla="*/ 0 h 40"/>
                <a:gd name="T4" fmla="*/ 3 w 34"/>
                <a:gd name="T5" fmla="*/ 0 h 40"/>
                <a:gd name="T6" fmla="*/ 6 w 34"/>
                <a:gd name="T7" fmla="*/ 0 h 40"/>
                <a:gd name="T8" fmla="*/ 17 w 34"/>
                <a:gd name="T9" fmla="*/ 19 h 40"/>
                <a:gd name="T10" fmla="*/ 17 w 34"/>
                <a:gd name="T11" fmla="*/ 19 h 40"/>
                <a:gd name="T12" fmla="*/ 28 w 34"/>
                <a:gd name="T13" fmla="*/ 0 h 40"/>
                <a:gd name="T14" fmla="*/ 32 w 34"/>
                <a:gd name="T15" fmla="*/ 0 h 40"/>
                <a:gd name="T16" fmla="*/ 34 w 34"/>
                <a:gd name="T17" fmla="*/ 0 h 40"/>
                <a:gd name="T18" fmla="*/ 20 w 34"/>
                <a:gd name="T19" fmla="*/ 24 h 40"/>
                <a:gd name="T20" fmla="*/ 20 w 34"/>
                <a:gd name="T21" fmla="*/ 40 h 40"/>
                <a:gd name="T22" fmla="*/ 17 w 34"/>
                <a:gd name="T23" fmla="*/ 40 h 40"/>
                <a:gd name="T24" fmla="*/ 15 w 34"/>
                <a:gd name="T25" fmla="*/ 40 h 40"/>
                <a:gd name="T26" fmla="*/ 15 w 34"/>
                <a:gd name="T27" fmla="*/ 2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" h="40">
                  <a:moveTo>
                    <a:pt x="15" y="24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28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20" y="24"/>
                  </a:lnTo>
                  <a:lnTo>
                    <a:pt x="20" y="40"/>
                  </a:lnTo>
                  <a:lnTo>
                    <a:pt x="17" y="40"/>
                  </a:lnTo>
                  <a:lnTo>
                    <a:pt x="15" y="40"/>
                  </a:lnTo>
                  <a:lnTo>
                    <a:pt x="15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7" name="Freeform 105">
              <a:extLst>
                <a:ext uri="{FF2B5EF4-FFF2-40B4-BE49-F238E27FC236}">
                  <a16:creationId xmlns:a16="http://schemas.microsoft.com/office/drawing/2014/main" id="{BB48773E-1777-4D0B-9EE5-BDCC4790F7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4" y="660"/>
              <a:ext cx="350" cy="353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8" name="Freeform 106">
              <a:extLst>
                <a:ext uri="{FF2B5EF4-FFF2-40B4-BE49-F238E27FC236}">
                  <a16:creationId xmlns:a16="http://schemas.microsoft.com/office/drawing/2014/main" id="{22FC0EB0-12E1-466E-934F-E50C626B28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3" y="739"/>
              <a:ext cx="193" cy="17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9" name="Freeform 107">
              <a:extLst>
                <a:ext uri="{FF2B5EF4-FFF2-40B4-BE49-F238E27FC236}">
                  <a16:creationId xmlns:a16="http://schemas.microsoft.com/office/drawing/2014/main" id="{C07FACFC-995E-46E5-8414-A021196DF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2" y="867"/>
              <a:ext cx="40" cy="29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0" name="Freeform 108">
              <a:extLst>
                <a:ext uri="{FF2B5EF4-FFF2-40B4-BE49-F238E27FC236}">
                  <a16:creationId xmlns:a16="http://schemas.microsoft.com/office/drawing/2014/main" id="{A354BECD-9E2A-4FEE-80CE-E16746F139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4" y="888"/>
              <a:ext cx="38" cy="31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1" name="Freeform 109">
              <a:extLst>
                <a:ext uri="{FF2B5EF4-FFF2-40B4-BE49-F238E27FC236}">
                  <a16:creationId xmlns:a16="http://schemas.microsoft.com/office/drawing/2014/main" id="{B3FC249C-4404-47DF-B91E-F669180872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5" y="906"/>
              <a:ext cx="38" cy="33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2" name="Freeform 110">
              <a:extLst>
                <a:ext uri="{FF2B5EF4-FFF2-40B4-BE49-F238E27FC236}">
                  <a16:creationId xmlns:a16="http://schemas.microsoft.com/office/drawing/2014/main" id="{5C7612DD-4321-4420-8A68-9A28412847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6" y="934"/>
              <a:ext cx="24" cy="29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3" name="Freeform 111">
              <a:extLst>
                <a:ext uri="{FF2B5EF4-FFF2-40B4-BE49-F238E27FC236}">
                  <a16:creationId xmlns:a16="http://schemas.microsoft.com/office/drawing/2014/main" id="{DCA97ECD-53F5-4232-9764-8EEF84A02D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34" y="942"/>
              <a:ext cx="29" cy="35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4" name="Freeform 112">
              <a:extLst>
                <a:ext uri="{FF2B5EF4-FFF2-40B4-BE49-F238E27FC236}">
                  <a16:creationId xmlns:a16="http://schemas.microsoft.com/office/drawing/2014/main" id="{DAC1E0BB-52D0-4C00-9A97-2B85C6F4A0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4" y="948"/>
              <a:ext cx="32" cy="39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5" name="Freeform 113">
              <a:extLst>
                <a:ext uri="{FF2B5EF4-FFF2-40B4-BE49-F238E27FC236}">
                  <a16:creationId xmlns:a16="http://schemas.microsoft.com/office/drawing/2014/main" id="{E1ECDED8-4CA2-43E9-A8C9-6A3A666893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79" y="957"/>
              <a:ext cx="23" cy="36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6" name="Freeform 114">
              <a:extLst>
                <a:ext uri="{FF2B5EF4-FFF2-40B4-BE49-F238E27FC236}">
                  <a16:creationId xmlns:a16="http://schemas.microsoft.com/office/drawing/2014/main" id="{9B3978B2-0D35-4A61-806F-C3447697DD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21" y="962"/>
              <a:ext cx="19" cy="33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7" name="Freeform 115">
              <a:extLst>
                <a:ext uri="{FF2B5EF4-FFF2-40B4-BE49-F238E27FC236}">
                  <a16:creationId xmlns:a16="http://schemas.microsoft.com/office/drawing/2014/main" id="{B075F2DC-E14C-4660-AF8E-261370D0F2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2" y="959"/>
              <a:ext cx="21" cy="36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8" name="Freeform 116">
              <a:extLst>
                <a:ext uri="{FF2B5EF4-FFF2-40B4-BE49-F238E27FC236}">
                  <a16:creationId xmlns:a16="http://schemas.microsoft.com/office/drawing/2014/main" id="{6F3EAA4A-A6E0-414B-B53D-8790690DD4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2" y="957"/>
              <a:ext cx="14" cy="33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9" name="Freeform 117">
              <a:extLst>
                <a:ext uri="{FF2B5EF4-FFF2-40B4-BE49-F238E27FC236}">
                  <a16:creationId xmlns:a16="http://schemas.microsoft.com/office/drawing/2014/main" id="{BF06AD63-ABA2-4AAE-9502-2423D29EBB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9" y="948"/>
              <a:ext cx="23" cy="37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0" name="Freeform 118">
              <a:extLst>
                <a:ext uri="{FF2B5EF4-FFF2-40B4-BE49-F238E27FC236}">
                  <a16:creationId xmlns:a16="http://schemas.microsoft.com/office/drawing/2014/main" id="{819616F8-4E9A-47B1-A50B-23ACF1A74F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8" y="939"/>
              <a:ext cx="33" cy="38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1" name="Freeform 119">
              <a:extLst>
                <a:ext uri="{FF2B5EF4-FFF2-40B4-BE49-F238E27FC236}">
                  <a16:creationId xmlns:a16="http://schemas.microsoft.com/office/drawing/2014/main" id="{0C2476BB-9026-477F-8EED-C910F1769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5" y="931"/>
              <a:ext cx="34" cy="34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2" name="Freeform 120">
              <a:extLst>
                <a:ext uri="{FF2B5EF4-FFF2-40B4-BE49-F238E27FC236}">
                  <a16:creationId xmlns:a16="http://schemas.microsoft.com/office/drawing/2014/main" id="{DC2C4D74-C015-4CA3-A0A0-4967A10670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3" y="916"/>
              <a:ext cx="34" cy="29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3" name="Freeform 121">
              <a:extLst>
                <a:ext uri="{FF2B5EF4-FFF2-40B4-BE49-F238E27FC236}">
                  <a16:creationId xmlns:a16="http://schemas.microsoft.com/office/drawing/2014/main" id="{BB67F8E5-BDEB-4A93-BE03-AD694E063F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4" y="906"/>
              <a:ext cx="31" cy="21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4" name="Freeform 122">
              <a:extLst>
                <a:ext uri="{FF2B5EF4-FFF2-40B4-BE49-F238E27FC236}">
                  <a16:creationId xmlns:a16="http://schemas.microsoft.com/office/drawing/2014/main" id="{E405C3DC-3735-4863-96A8-DA3335D615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884"/>
              <a:ext cx="36" cy="28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5" name="Freeform 123">
              <a:extLst>
                <a:ext uri="{FF2B5EF4-FFF2-40B4-BE49-F238E27FC236}">
                  <a16:creationId xmlns:a16="http://schemas.microsoft.com/office/drawing/2014/main" id="{D4BAEC91-59D4-4084-ADDF-C7D75B9E0B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47" y="865"/>
              <a:ext cx="36" cy="23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6" name="Freeform 124">
              <a:extLst>
                <a:ext uri="{FF2B5EF4-FFF2-40B4-BE49-F238E27FC236}">
                  <a16:creationId xmlns:a16="http://schemas.microsoft.com/office/drawing/2014/main" id="{3336B982-D7EF-4283-8145-930D435804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0" y="928"/>
              <a:ext cx="34" cy="25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7" name="Freeform 125">
              <a:extLst>
                <a:ext uri="{FF2B5EF4-FFF2-40B4-BE49-F238E27FC236}">
                  <a16:creationId xmlns:a16="http://schemas.microsoft.com/office/drawing/2014/main" id="{9571C9BF-BA8A-49BB-A765-DAECDD11F4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73" y="917"/>
              <a:ext cx="106" cy="33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8" name="Freeform 126">
              <a:extLst>
                <a:ext uri="{FF2B5EF4-FFF2-40B4-BE49-F238E27FC236}">
                  <a16:creationId xmlns:a16="http://schemas.microsoft.com/office/drawing/2014/main" id="{2A6BA4CF-73D5-4F50-A431-88C96E87CC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84" y="728"/>
              <a:ext cx="14" cy="14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9" name="Freeform 127">
              <a:extLst>
                <a:ext uri="{FF2B5EF4-FFF2-40B4-BE49-F238E27FC236}">
                  <a16:creationId xmlns:a16="http://schemas.microsoft.com/office/drawing/2014/main" id="{84B7859C-3502-40F6-B82E-9DDD973BDA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8" y="686"/>
              <a:ext cx="51" cy="45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0" name="Freeform 128">
              <a:extLst>
                <a:ext uri="{FF2B5EF4-FFF2-40B4-BE49-F238E27FC236}">
                  <a16:creationId xmlns:a16="http://schemas.microsoft.com/office/drawing/2014/main" id="{75B646C3-41CB-4324-831B-A88CD9E413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3" y="714"/>
              <a:ext cx="20" cy="41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1" name="Freeform 129">
              <a:extLst>
                <a:ext uri="{FF2B5EF4-FFF2-40B4-BE49-F238E27FC236}">
                  <a16:creationId xmlns:a16="http://schemas.microsoft.com/office/drawing/2014/main" id="{C6196641-9460-40AD-870C-BEE15F8E7F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0" y="704"/>
              <a:ext cx="16" cy="16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2" name="Freeform 130">
              <a:extLst>
                <a:ext uri="{FF2B5EF4-FFF2-40B4-BE49-F238E27FC236}">
                  <a16:creationId xmlns:a16="http://schemas.microsoft.com/office/drawing/2014/main" id="{A0E51095-C846-4725-8043-5FFAAA8C98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710"/>
              <a:ext cx="12" cy="14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3" name="Freeform 131">
              <a:extLst>
                <a:ext uri="{FF2B5EF4-FFF2-40B4-BE49-F238E27FC236}">
                  <a16:creationId xmlns:a16="http://schemas.microsoft.com/office/drawing/2014/main" id="{FE982ACA-CE3B-4677-A036-86154E3446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5" y="688"/>
              <a:ext cx="19" cy="21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4" name="Freeform 132">
              <a:extLst>
                <a:ext uri="{FF2B5EF4-FFF2-40B4-BE49-F238E27FC236}">
                  <a16:creationId xmlns:a16="http://schemas.microsoft.com/office/drawing/2014/main" id="{4BCFCD01-1300-4B21-BAAE-F4A548A4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2" y="693"/>
              <a:ext cx="12" cy="13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5" name="Freeform 133">
              <a:extLst>
                <a:ext uri="{FF2B5EF4-FFF2-40B4-BE49-F238E27FC236}">
                  <a16:creationId xmlns:a16="http://schemas.microsoft.com/office/drawing/2014/main" id="{F8C739A3-6F00-41CD-A831-9C09309072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742"/>
              <a:ext cx="47" cy="83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6" name="Freeform 134">
              <a:extLst>
                <a:ext uri="{FF2B5EF4-FFF2-40B4-BE49-F238E27FC236}">
                  <a16:creationId xmlns:a16="http://schemas.microsoft.com/office/drawing/2014/main" id="{5A8967E4-86BF-4940-8356-93BC284323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9" y="789"/>
              <a:ext cx="13" cy="11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7" name="Freeform 135">
              <a:extLst>
                <a:ext uri="{FF2B5EF4-FFF2-40B4-BE49-F238E27FC236}">
                  <a16:creationId xmlns:a16="http://schemas.microsoft.com/office/drawing/2014/main" id="{9829A811-3EE4-4F27-9E36-10B39A6F0B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7" y="776"/>
              <a:ext cx="14" cy="13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8" name="Freeform 136">
              <a:extLst>
                <a:ext uri="{FF2B5EF4-FFF2-40B4-BE49-F238E27FC236}">
                  <a16:creationId xmlns:a16="http://schemas.microsoft.com/office/drawing/2014/main" id="{26418D61-AE12-408A-97E1-4C410AFAD5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48" y="786"/>
              <a:ext cx="163" cy="141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9" name="Freeform 137">
              <a:extLst>
                <a:ext uri="{FF2B5EF4-FFF2-40B4-BE49-F238E27FC236}">
                  <a16:creationId xmlns:a16="http://schemas.microsoft.com/office/drawing/2014/main" id="{2E968D23-8DEC-481D-99EB-1D0AD88157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14" y="757"/>
              <a:ext cx="64" cy="43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0" name="Freeform 138">
              <a:extLst>
                <a:ext uri="{FF2B5EF4-FFF2-40B4-BE49-F238E27FC236}">
                  <a16:creationId xmlns:a16="http://schemas.microsoft.com/office/drawing/2014/main" id="{40192B3C-1284-4403-B7CC-CBB9944743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1" name="Freeform 139">
              <a:extLst>
                <a:ext uri="{FF2B5EF4-FFF2-40B4-BE49-F238E27FC236}">
                  <a16:creationId xmlns:a16="http://schemas.microsoft.com/office/drawing/2014/main" id="{11A41151-7468-4CB4-9B7D-2C8145AF6C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39" y="750"/>
              <a:ext cx="10" cy="19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2" name="Freeform 140">
              <a:extLst>
                <a:ext uri="{FF2B5EF4-FFF2-40B4-BE49-F238E27FC236}">
                  <a16:creationId xmlns:a16="http://schemas.microsoft.com/office/drawing/2014/main" id="{95E58415-8464-4FE4-A9BB-202EC999A0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3" name="Freeform 141">
              <a:extLst>
                <a:ext uri="{FF2B5EF4-FFF2-40B4-BE49-F238E27FC236}">
                  <a16:creationId xmlns:a16="http://schemas.microsoft.com/office/drawing/2014/main" id="{7A37AE97-1BFD-4C9A-8117-25E887884F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29" y="757"/>
              <a:ext cx="7" cy="9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CF4F99A4-8B3A-415D-845F-BF556BE949AC}"/>
              </a:ext>
            </a:extLst>
          </p:cNvPr>
          <p:cNvGrpSpPr/>
          <p:nvPr/>
        </p:nvGrpSpPr>
        <p:grpSpPr>
          <a:xfrm>
            <a:off x="981419" y="2311433"/>
            <a:ext cx="1082104" cy="1620000"/>
            <a:chOff x="763941" y="1896408"/>
            <a:chExt cx="1082104" cy="1620000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CDEBE2DA-12FF-4BFA-BAF9-363B3571EEF6}"/>
                </a:ext>
              </a:extLst>
            </p:cNvPr>
            <p:cNvSpPr txBox="1"/>
            <p:nvPr/>
          </p:nvSpPr>
          <p:spPr>
            <a:xfrm>
              <a:off x="959648" y="1896408"/>
              <a:ext cx="886397" cy="1620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方正粗雅宋简体" panose="02000000000000000000" pitchFamily="2" charset="-122"/>
                  <a:ea typeface="方正粗雅宋简体" panose="02000000000000000000" pitchFamily="2" charset="-122"/>
                  <a:cs typeface="+mn-cs"/>
                </a:rPr>
                <a:t>目录</a:t>
              </a: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853FC895-7236-487E-A305-9C8974328BC7}"/>
                </a:ext>
              </a:extLst>
            </p:cNvPr>
            <p:cNvSpPr txBox="1"/>
            <p:nvPr/>
          </p:nvSpPr>
          <p:spPr>
            <a:xfrm>
              <a:off x="763941" y="1896408"/>
              <a:ext cx="258532" cy="1620000"/>
            </a:xfrm>
            <a:prstGeom prst="rect">
              <a:avLst/>
            </a:prstGeom>
            <a:noFill/>
          </p:spPr>
          <p:txBody>
            <a:bodyPr vert="eaVert" wrap="square" lIns="0" tIns="0" rIns="0" bIns="0" rtlCol="0" anchor="ctr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CONTENTS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</p:txBody>
        </p:sp>
      </p:grp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530EA6D8-C544-44B7-9E32-1B873A5FBEC0}"/>
              </a:ext>
            </a:extLst>
          </p:cNvPr>
          <p:cNvGrpSpPr/>
          <p:nvPr/>
        </p:nvGrpSpPr>
        <p:grpSpPr>
          <a:xfrm>
            <a:off x="6096000" y="749300"/>
            <a:ext cx="3240000" cy="5246916"/>
            <a:chOff x="5395536" y="685800"/>
            <a:chExt cx="3240000" cy="5246916"/>
          </a:xfrm>
        </p:grpSpPr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A1830E4F-C077-45F8-94D8-78C670755455}"/>
                </a:ext>
              </a:extLst>
            </p:cNvPr>
            <p:cNvSpPr txBox="1"/>
            <p:nvPr/>
          </p:nvSpPr>
          <p:spPr>
            <a:xfrm>
              <a:off x="5395536" y="2949258"/>
              <a:ext cx="3240000" cy="72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lvl="0" algn="dist">
                <a:lnSpc>
                  <a:spcPct val="120000"/>
                </a:lnSpc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03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模</a:t>
              </a:r>
              <a:r>
                <a:rPr lang="zh-CN" altLang="en-US" sz="2800" b="1" dirty="0">
                  <a:solidFill>
                    <a:srgbClr val="3F3F3F"/>
                  </a:solidFill>
                  <a:latin typeface="Arial"/>
                  <a:ea typeface="Microsoft YaHei"/>
                </a:rPr>
                <a:t>型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  <a:p>
              <a:pPr lvl="0" algn="dist">
                <a:lnSpc>
                  <a:spcPct val="120000"/>
                </a:lnSpc>
                <a:defRPr/>
              </a:pP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endParaRPr>
            </a:p>
          </p:txBody>
        </p: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F93088BB-E439-40CD-8E3B-94FCF8AD2B87}"/>
                </a:ext>
              </a:extLst>
            </p:cNvPr>
            <p:cNvSpPr txBox="1"/>
            <p:nvPr/>
          </p:nvSpPr>
          <p:spPr>
            <a:xfrm>
              <a:off x="5395536" y="1817529"/>
              <a:ext cx="3240000" cy="72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02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理念功能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  <a:p>
              <a:pPr lvl="0" algn="dist">
                <a:lnSpc>
                  <a:spcPct val="120000"/>
                </a:lnSpc>
                <a:defRPr/>
              </a:pP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Concept and Functionality</a:t>
              </a:r>
              <a:endPara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endParaRP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4DB8D08-DE61-4EDE-80B0-318949DF5E73}"/>
                </a:ext>
              </a:extLst>
            </p:cNvPr>
            <p:cNvSpPr txBox="1"/>
            <p:nvPr/>
          </p:nvSpPr>
          <p:spPr>
            <a:xfrm>
              <a:off x="5395536" y="4080987"/>
              <a:ext cx="3240000" cy="72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04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版面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  <a:p>
              <a:pPr lvl="0" algn="dist">
                <a:lnSpc>
                  <a:spcPct val="120000"/>
                </a:lnSpc>
                <a:defRPr/>
              </a:pP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Layout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endParaRPr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99E0FB19-188A-4D72-B88F-FECB3B9014C2}"/>
                </a:ext>
              </a:extLst>
            </p:cNvPr>
            <p:cNvSpPr txBox="1"/>
            <p:nvPr/>
          </p:nvSpPr>
          <p:spPr>
            <a:xfrm>
              <a:off x="5395536" y="5212716"/>
              <a:ext cx="3240000" cy="72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05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视频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  <a:p>
              <a:pPr lvl="0" algn="dist">
                <a:lnSpc>
                  <a:spcPct val="120000"/>
                </a:lnSpc>
                <a:defRPr/>
              </a:pP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Video</a:t>
              </a:r>
              <a:endParaRPr kumimoji="0" lang="zh-CN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endParaRPr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FEB81451-C8D4-445B-AAAE-FCED581127FE}"/>
                </a:ext>
              </a:extLst>
            </p:cNvPr>
            <p:cNvSpPr txBox="1"/>
            <p:nvPr/>
          </p:nvSpPr>
          <p:spPr>
            <a:xfrm>
              <a:off x="5395536" y="685800"/>
              <a:ext cx="3240000" cy="720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01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痛点人群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  <a:p>
              <a:pPr lvl="0" algn="dist">
                <a:lnSpc>
                  <a:spcPct val="120000"/>
                </a:lnSpc>
                <a:defRPr/>
              </a:pP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Pain Point Target Audience</a:t>
              </a:r>
              <a:endPara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6595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BA6B34F-1095-4AA9-9FA3-32FB5DBA4A2F}"/>
              </a:ext>
            </a:extLst>
          </p:cNvPr>
          <p:cNvGrpSpPr/>
          <p:nvPr/>
        </p:nvGrpSpPr>
        <p:grpSpPr>
          <a:xfrm>
            <a:off x="10451803" y="5261146"/>
            <a:ext cx="2426667" cy="223956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6" name="Freeform 105">
              <a:extLst>
                <a:ext uri="{FF2B5EF4-FFF2-40B4-BE49-F238E27FC236}">
                  <a16:creationId xmlns:a16="http://schemas.microsoft.com/office/drawing/2014/main" id="{AEACAFD7-8CD2-4851-9DF5-532299C34E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" name="Freeform 106">
              <a:extLst>
                <a:ext uri="{FF2B5EF4-FFF2-40B4-BE49-F238E27FC236}">
                  <a16:creationId xmlns:a16="http://schemas.microsoft.com/office/drawing/2014/main" id="{E777FC6C-7E1A-44CF-BBAE-D121B27117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107">
              <a:extLst>
                <a:ext uri="{FF2B5EF4-FFF2-40B4-BE49-F238E27FC236}">
                  <a16:creationId xmlns:a16="http://schemas.microsoft.com/office/drawing/2014/main" id="{36F8082A-3F76-40F4-9F47-83E775854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108">
              <a:extLst>
                <a:ext uri="{FF2B5EF4-FFF2-40B4-BE49-F238E27FC236}">
                  <a16:creationId xmlns:a16="http://schemas.microsoft.com/office/drawing/2014/main" id="{DF6771ED-587C-4E52-8B5A-9D7BA5AB3A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9">
              <a:extLst>
                <a:ext uri="{FF2B5EF4-FFF2-40B4-BE49-F238E27FC236}">
                  <a16:creationId xmlns:a16="http://schemas.microsoft.com/office/drawing/2014/main" id="{AEF9C0F6-A509-41A8-97B5-E2D473CAA1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110">
              <a:extLst>
                <a:ext uri="{FF2B5EF4-FFF2-40B4-BE49-F238E27FC236}">
                  <a16:creationId xmlns:a16="http://schemas.microsoft.com/office/drawing/2014/main" id="{E7BDE460-8171-489C-89C6-BFBBEA2DD3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11">
              <a:extLst>
                <a:ext uri="{FF2B5EF4-FFF2-40B4-BE49-F238E27FC236}">
                  <a16:creationId xmlns:a16="http://schemas.microsoft.com/office/drawing/2014/main" id="{AE19B8C3-1874-4D0B-82BA-DC387529B5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12">
              <a:extLst>
                <a:ext uri="{FF2B5EF4-FFF2-40B4-BE49-F238E27FC236}">
                  <a16:creationId xmlns:a16="http://schemas.microsoft.com/office/drawing/2014/main" id="{6A9C200D-F2D8-405E-B055-920E9C346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13">
              <a:extLst>
                <a:ext uri="{FF2B5EF4-FFF2-40B4-BE49-F238E27FC236}">
                  <a16:creationId xmlns:a16="http://schemas.microsoft.com/office/drawing/2014/main" id="{79D64961-723F-4942-9007-A0B9C11912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14">
              <a:extLst>
                <a:ext uri="{FF2B5EF4-FFF2-40B4-BE49-F238E27FC236}">
                  <a16:creationId xmlns:a16="http://schemas.microsoft.com/office/drawing/2014/main" id="{BEA6281E-7FA3-4350-9E1A-ACF8DD23B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5">
              <a:extLst>
                <a:ext uri="{FF2B5EF4-FFF2-40B4-BE49-F238E27FC236}">
                  <a16:creationId xmlns:a16="http://schemas.microsoft.com/office/drawing/2014/main" id="{43977110-BEEA-484B-A0D5-55486378E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6">
              <a:extLst>
                <a:ext uri="{FF2B5EF4-FFF2-40B4-BE49-F238E27FC236}">
                  <a16:creationId xmlns:a16="http://schemas.microsoft.com/office/drawing/2014/main" id="{D264DB9A-110E-4683-80FE-E8DF2D7474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7">
              <a:extLst>
                <a:ext uri="{FF2B5EF4-FFF2-40B4-BE49-F238E27FC236}">
                  <a16:creationId xmlns:a16="http://schemas.microsoft.com/office/drawing/2014/main" id="{9876357A-8FD7-445C-A0FA-5DDD25A2B7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8">
              <a:extLst>
                <a:ext uri="{FF2B5EF4-FFF2-40B4-BE49-F238E27FC236}">
                  <a16:creationId xmlns:a16="http://schemas.microsoft.com/office/drawing/2014/main" id="{748C6219-3197-4865-B169-37EAD3DC93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119">
              <a:extLst>
                <a:ext uri="{FF2B5EF4-FFF2-40B4-BE49-F238E27FC236}">
                  <a16:creationId xmlns:a16="http://schemas.microsoft.com/office/drawing/2014/main" id="{2EA6F19F-39FB-46E1-9A7E-3BABC16B58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20">
              <a:extLst>
                <a:ext uri="{FF2B5EF4-FFF2-40B4-BE49-F238E27FC236}">
                  <a16:creationId xmlns:a16="http://schemas.microsoft.com/office/drawing/2014/main" id="{8B70E9D2-031D-4C9E-940D-7A8D0A8516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21">
              <a:extLst>
                <a:ext uri="{FF2B5EF4-FFF2-40B4-BE49-F238E27FC236}">
                  <a16:creationId xmlns:a16="http://schemas.microsoft.com/office/drawing/2014/main" id="{84E7033C-B306-4560-9427-FC568753EA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22">
              <a:extLst>
                <a:ext uri="{FF2B5EF4-FFF2-40B4-BE49-F238E27FC236}">
                  <a16:creationId xmlns:a16="http://schemas.microsoft.com/office/drawing/2014/main" id="{755FBA37-8EF9-4CDA-96C8-7FBE968236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23">
              <a:extLst>
                <a:ext uri="{FF2B5EF4-FFF2-40B4-BE49-F238E27FC236}">
                  <a16:creationId xmlns:a16="http://schemas.microsoft.com/office/drawing/2014/main" id="{3525CD63-6824-4A58-964F-DE8FA0D6CF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24">
              <a:extLst>
                <a:ext uri="{FF2B5EF4-FFF2-40B4-BE49-F238E27FC236}">
                  <a16:creationId xmlns:a16="http://schemas.microsoft.com/office/drawing/2014/main" id="{7266553E-D5E7-44E7-82C8-0621B7DDE3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25">
              <a:extLst>
                <a:ext uri="{FF2B5EF4-FFF2-40B4-BE49-F238E27FC236}">
                  <a16:creationId xmlns:a16="http://schemas.microsoft.com/office/drawing/2014/main" id="{07574F3E-5B61-4AFC-B65E-3F2A8454C3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6">
              <a:extLst>
                <a:ext uri="{FF2B5EF4-FFF2-40B4-BE49-F238E27FC236}">
                  <a16:creationId xmlns:a16="http://schemas.microsoft.com/office/drawing/2014/main" id="{4ED7559A-AF7D-4118-B1C6-071565F9FD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7">
              <a:extLst>
                <a:ext uri="{FF2B5EF4-FFF2-40B4-BE49-F238E27FC236}">
                  <a16:creationId xmlns:a16="http://schemas.microsoft.com/office/drawing/2014/main" id="{6924A453-9ECB-4FEE-A843-659E0147A0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8">
              <a:extLst>
                <a:ext uri="{FF2B5EF4-FFF2-40B4-BE49-F238E27FC236}">
                  <a16:creationId xmlns:a16="http://schemas.microsoft.com/office/drawing/2014/main" id="{3F838B94-31AA-44D3-BB5E-EE4C87B421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9">
              <a:extLst>
                <a:ext uri="{FF2B5EF4-FFF2-40B4-BE49-F238E27FC236}">
                  <a16:creationId xmlns:a16="http://schemas.microsoft.com/office/drawing/2014/main" id="{9FE025CD-22FD-42F8-8D43-883C01BD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30">
              <a:extLst>
                <a:ext uri="{FF2B5EF4-FFF2-40B4-BE49-F238E27FC236}">
                  <a16:creationId xmlns:a16="http://schemas.microsoft.com/office/drawing/2014/main" id="{AF98113F-7D78-49D7-B49C-74EC229CE5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31">
              <a:extLst>
                <a:ext uri="{FF2B5EF4-FFF2-40B4-BE49-F238E27FC236}">
                  <a16:creationId xmlns:a16="http://schemas.microsoft.com/office/drawing/2014/main" id="{987E95DB-C783-4500-A69A-C470060BEA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32">
              <a:extLst>
                <a:ext uri="{FF2B5EF4-FFF2-40B4-BE49-F238E27FC236}">
                  <a16:creationId xmlns:a16="http://schemas.microsoft.com/office/drawing/2014/main" id="{F71CF6BC-FD6C-4633-99AE-3DFBBA535E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33">
              <a:extLst>
                <a:ext uri="{FF2B5EF4-FFF2-40B4-BE49-F238E27FC236}">
                  <a16:creationId xmlns:a16="http://schemas.microsoft.com/office/drawing/2014/main" id="{6486144C-6B15-4CE8-B940-5B399C572D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34">
              <a:extLst>
                <a:ext uri="{FF2B5EF4-FFF2-40B4-BE49-F238E27FC236}">
                  <a16:creationId xmlns:a16="http://schemas.microsoft.com/office/drawing/2014/main" id="{66431074-2E63-4CB7-88F5-99157460E0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35">
              <a:extLst>
                <a:ext uri="{FF2B5EF4-FFF2-40B4-BE49-F238E27FC236}">
                  <a16:creationId xmlns:a16="http://schemas.microsoft.com/office/drawing/2014/main" id="{7FD50E61-7E60-4EB5-B925-49879EF52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6">
              <a:extLst>
                <a:ext uri="{FF2B5EF4-FFF2-40B4-BE49-F238E27FC236}">
                  <a16:creationId xmlns:a16="http://schemas.microsoft.com/office/drawing/2014/main" id="{1E3786E1-A3C6-418E-861D-ABB4A61CF0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7">
              <a:extLst>
                <a:ext uri="{FF2B5EF4-FFF2-40B4-BE49-F238E27FC236}">
                  <a16:creationId xmlns:a16="http://schemas.microsoft.com/office/drawing/2014/main" id="{A6ADCDE7-AA77-48D7-A55E-1065D262F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F13B4672-4A57-474E-8F0D-8E01F420E69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D677DFD2-E5D0-40EA-B50D-255F927C72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40">
              <a:extLst>
                <a:ext uri="{FF2B5EF4-FFF2-40B4-BE49-F238E27FC236}">
                  <a16:creationId xmlns:a16="http://schemas.microsoft.com/office/drawing/2014/main" id="{57C85EF3-3373-4EDA-A058-E3958147C5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41">
              <a:extLst>
                <a:ext uri="{FF2B5EF4-FFF2-40B4-BE49-F238E27FC236}">
                  <a16:creationId xmlns:a16="http://schemas.microsoft.com/office/drawing/2014/main" id="{01E879A9-CF4F-4714-9C22-91EC7EE01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84283D-E128-4185-B014-75A0E1E0F4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840" y="3159763"/>
            <a:ext cx="5330316" cy="721821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痛点人群</a:t>
            </a:r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AFBAE54A-5128-44B2-B7C4-B74DB83C04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0840" y="1727090"/>
            <a:ext cx="990235" cy="1222598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01</a:t>
            </a:r>
            <a:endParaRPr lang="zh-CN" altLang="en-US" sz="6000" dirty="0"/>
          </a:p>
        </p:txBody>
      </p:sp>
      <p:sp>
        <p:nvSpPr>
          <p:cNvPr id="49" name="文本占位符 48">
            <a:extLst>
              <a:ext uri="{FF2B5EF4-FFF2-40B4-BE49-F238E27FC236}">
                <a16:creationId xmlns:a16="http://schemas.microsoft.com/office/drawing/2014/main" id="{52F9B30E-2181-4EA8-9DAF-F4284FE537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08311" y="673510"/>
            <a:ext cx="7065358" cy="19191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sz="9600" b="0" dirty="0">
                <a:solidFill>
                  <a:schemeClr val="tx1"/>
                </a:solidFill>
              </a:rPr>
              <a:t>	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9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信息过载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9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数字干扰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9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压力过大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的环境下，人们难以自主维持</a:t>
            </a:r>
            <a:r>
              <a:rPr lang="zh-CN" altLang="en-US" sz="9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深度专注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，容易</a:t>
            </a:r>
            <a:r>
              <a:rPr lang="zh-CN" altLang="en-US" sz="9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分心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，导致工作</a:t>
            </a:r>
            <a:r>
              <a:rPr lang="zh-CN" altLang="en-US" sz="9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效率低下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、时间</a:t>
            </a:r>
            <a:r>
              <a:rPr lang="zh-CN" altLang="en-US" sz="9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碎片化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，并常常陷入</a:t>
            </a:r>
            <a:r>
              <a:rPr lang="zh-CN" altLang="en-US" sz="9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焦虑</a:t>
            </a:r>
            <a:r>
              <a:rPr lang="zh-CN" altLang="en-US" sz="96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的恶性循环。</a:t>
            </a:r>
            <a:endParaRPr lang="en-US" altLang="zh-CN" sz="9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FD1BCA-807C-E3D1-ED44-3FACFB59950D}"/>
              </a:ext>
            </a:extLst>
          </p:cNvPr>
          <p:cNvSpPr txBox="1"/>
          <p:nvPr/>
        </p:nvSpPr>
        <p:spPr>
          <a:xfrm>
            <a:off x="4898610" y="2730941"/>
            <a:ext cx="7227594" cy="3360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需要长时间保持注意力却饱受内外干扰的群体，主要包括：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备考学生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远程办公者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、以及部分受注意力问题困扰的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ADHD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。他们共同的特点是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对自主专注力有较高需求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，但在现实中常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因干扰、拖延或缺乏监督而效率受损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，亟需一种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轻量化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低侵入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的外部工具来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辅助引导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提醒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DBCB866-227B-7D4E-2C22-02225009902F}"/>
              </a:ext>
            </a:extLst>
          </p:cNvPr>
          <p:cNvGrpSpPr/>
          <p:nvPr/>
        </p:nvGrpSpPr>
        <p:grpSpPr>
          <a:xfrm>
            <a:off x="4006475" y="3751820"/>
            <a:ext cx="565525" cy="679678"/>
            <a:chOff x="9049067" y="5690755"/>
            <a:chExt cx="438750" cy="529571"/>
          </a:xfrm>
        </p:grpSpPr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9B1A2DB4-DD2D-D131-58D5-7CF505DA98FC}"/>
                </a:ext>
              </a:extLst>
            </p:cNvPr>
            <p:cNvSpPr/>
            <p:nvPr/>
          </p:nvSpPr>
          <p:spPr>
            <a:xfrm>
              <a:off x="9049067" y="6000951"/>
              <a:ext cx="438750" cy="219375"/>
            </a:xfrm>
            <a:custGeom>
              <a:avLst/>
              <a:gdLst>
                <a:gd name="connsiteX0" fmla="*/ 358712 w 438750"/>
                <a:gd name="connsiteY0" fmla="*/ 0 h 219375"/>
                <a:gd name="connsiteX1" fmla="*/ 90214 w 438750"/>
                <a:gd name="connsiteY1" fmla="*/ 0 h 219375"/>
                <a:gd name="connsiteX2" fmla="*/ 0 w 438750"/>
                <a:gd name="connsiteY2" fmla="*/ 89387 h 219375"/>
                <a:gd name="connsiteX3" fmla="*/ 0 w 438750"/>
                <a:gd name="connsiteY3" fmla="*/ 230023 h 219375"/>
                <a:gd name="connsiteX4" fmla="*/ 176918 w 438750"/>
                <a:gd name="connsiteY4" fmla="*/ 230023 h 219375"/>
                <a:gd name="connsiteX5" fmla="*/ 203496 w 438750"/>
                <a:gd name="connsiteY5" fmla="*/ 85269 h 219375"/>
                <a:gd name="connsiteX6" fmla="*/ 214768 w 438750"/>
                <a:gd name="connsiteY6" fmla="*/ 75870 h 219375"/>
                <a:gd name="connsiteX7" fmla="*/ 190131 w 438750"/>
                <a:gd name="connsiteY7" fmla="*/ 33919 h 219375"/>
                <a:gd name="connsiteX8" fmla="*/ 190097 w 438750"/>
                <a:gd name="connsiteY8" fmla="*/ 27928 h 219375"/>
                <a:gd name="connsiteX9" fmla="*/ 195294 w 438750"/>
                <a:gd name="connsiteY9" fmla="*/ 24924 h 219375"/>
                <a:gd name="connsiteX10" fmla="*/ 262997 w 438750"/>
                <a:gd name="connsiteY10" fmla="*/ 24924 h 219375"/>
                <a:gd name="connsiteX11" fmla="*/ 268262 w 438750"/>
                <a:gd name="connsiteY11" fmla="*/ 27979 h 219375"/>
                <a:gd name="connsiteX12" fmla="*/ 268144 w 438750"/>
                <a:gd name="connsiteY12" fmla="*/ 33986 h 219375"/>
                <a:gd name="connsiteX13" fmla="*/ 242629 w 438750"/>
                <a:gd name="connsiteY13" fmla="*/ 75904 h 219375"/>
                <a:gd name="connsiteX14" fmla="*/ 242730 w 438750"/>
                <a:gd name="connsiteY14" fmla="*/ 75904 h 219375"/>
                <a:gd name="connsiteX15" fmla="*/ 253969 w 438750"/>
                <a:gd name="connsiteY15" fmla="*/ 85134 h 219375"/>
                <a:gd name="connsiteX16" fmla="*/ 282876 w 438750"/>
                <a:gd name="connsiteY16" fmla="*/ 230023 h 219375"/>
                <a:gd name="connsiteX17" fmla="*/ 448268 w 438750"/>
                <a:gd name="connsiteY17" fmla="*/ 230023 h 219375"/>
                <a:gd name="connsiteX18" fmla="*/ 448268 w 438750"/>
                <a:gd name="connsiteY18" fmla="*/ 89421 h 219375"/>
                <a:gd name="connsiteX19" fmla="*/ 358712 w 438750"/>
                <a:gd name="connsiteY19" fmla="*/ 0 h 21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8750" h="219375">
                  <a:moveTo>
                    <a:pt x="358712" y="0"/>
                  </a:moveTo>
                  <a:lnTo>
                    <a:pt x="90214" y="0"/>
                  </a:lnTo>
                  <a:cubicBezTo>
                    <a:pt x="40551" y="0"/>
                    <a:pt x="0" y="39724"/>
                    <a:pt x="0" y="89387"/>
                  </a:cubicBezTo>
                  <a:lnTo>
                    <a:pt x="0" y="230023"/>
                  </a:lnTo>
                  <a:lnTo>
                    <a:pt x="176918" y="230023"/>
                  </a:lnTo>
                  <a:lnTo>
                    <a:pt x="203496" y="85269"/>
                  </a:lnTo>
                  <a:cubicBezTo>
                    <a:pt x="204491" y="79853"/>
                    <a:pt x="209233" y="75870"/>
                    <a:pt x="214768" y="75870"/>
                  </a:cubicBezTo>
                  <a:lnTo>
                    <a:pt x="190131" y="33919"/>
                  </a:lnTo>
                  <a:cubicBezTo>
                    <a:pt x="189051" y="32079"/>
                    <a:pt x="189034" y="29767"/>
                    <a:pt x="190097" y="27928"/>
                  </a:cubicBezTo>
                  <a:cubicBezTo>
                    <a:pt x="191177" y="26089"/>
                    <a:pt x="193151" y="24924"/>
                    <a:pt x="195294" y="24924"/>
                  </a:cubicBezTo>
                  <a:lnTo>
                    <a:pt x="262997" y="24924"/>
                  </a:lnTo>
                  <a:cubicBezTo>
                    <a:pt x="265174" y="24924"/>
                    <a:pt x="267165" y="26072"/>
                    <a:pt x="268262" y="27979"/>
                  </a:cubicBezTo>
                  <a:cubicBezTo>
                    <a:pt x="269308" y="29869"/>
                    <a:pt x="269274" y="32181"/>
                    <a:pt x="268144" y="33986"/>
                  </a:cubicBezTo>
                  <a:lnTo>
                    <a:pt x="242629" y="75904"/>
                  </a:lnTo>
                  <a:lnTo>
                    <a:pt x="242730" y="75904"/>
                  </a:lnTo>
                  <a:cubicBezTo>
                    <a:pt x="248181" y="75904"/>
                    <a:pt x="252923" y="79768"/>
                    <a:pt x="253969" y="85134"/>
                  </a:cubicBezTo>
                  <a:lnTo>
                    <a:pt x="282876" y="230023"/>
                  </a:lnTo>
                  <a:lnTo>
                    <a:pt x="448268" y="230023"/>
                  </a:lnTo>
                  <a:lnTo>
                    <a:pt x="448268" y="89421"/>
                  </a:lnTo>
                  <a:cubicBezTo>
                    <a:pt x="448183" y="39690"/>
                    <a:pt x="408375" y="0"/>
                    <a:pt x="358712" y="0"/>
                  </a:cubicBezTo>
                  <a:close/>
                </a:path>
              </a:pathLst>
            </a:custGeom>
            <a:solidFill>
              <a:srgbClr val="000000"/>
            </a:solidFill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BBE8BC64-F283-F826-EE2B-95F8CB912220}"/>
                </a:ext>
              </a:extLst>
            </p:cNvPr>
            <p:cNvSpPr/>
            <p:nvPr/>
          </p:nvSpPr>
          <p:spPr>
            <a:xfrm>
              <a:off x="9144681" y="5690755"/>
              <a:ext cx="253125" cy="253125"/>
            </a:xfrm>
            <a:custGeom>
              <a:avLst/>
              <a:gdLst>
                <a:gd name="connsiteX0" fmla="*/ 257681 w 253125"/>
                <a:gd name="connsiteY0" fmla="*/ 128841 h 253125"/>
                <a:gd name="connsiteX1" fmla="*/ 128841 w 253125"/>
                <a:gd name="connsiteY1" fmla="*/ 257681 h 253125"/>
                <a:gd name="connsiteX2" fmla="*/ 0 w 253125"/>
                <a:gd name="connsiteY2" fmla="*/ 128841 h 253125"/>
                <a:gd name="connsiteX3" fmla="*/ 128841 w 253125"/>
                <a:gd name="connsiteY3" fmla="*/ 0 h 253125"/>
                <a:gd name="connsiteX4" fmla="*/ 257681 w 253125"/>
                <a:gd name="connsiteY4" fmla="*/ 128841 h 25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125" h="253125">
                  <a:moveTo>
                    <a:pt x="257681" y="128841"/>
                  </a:moveTo>
                  <a:cubicBezTo>
                    <a:pt x="257681" y="199997"/>
                    <a:pt x="199997" y="257681"/>
                    <a:pt x="128841" y="257681"/>
                  </a:cubicBezTo>
                  <a:cubicBezTo>
                    <a:pt x="57684" y="257681"/>
                    <a:pt x="0" y="199997"/>
                    <a:pt x="0" y="128841"/>
                  </a:cubicBezTo>
                  <a:cubicBezTo>
                    <a:pt x="0" y="57684"/>
                    <a:pt x="57684" y="0"/>
                    <a:pt x="128841" y="0"/>
                  </a:cubicBezTo>
                  <a:cubicBezTo>
                    <a:pt x="199997" y="0"/>
                    <a:pt x="257681" y="57684"/>
                    <a:pt x="257681" y="128841"/>
                  </a:cubicBezTo>
                  <a:close/>
                </a:path>
              </a:pathLst>
            </a:custGeom>
            <a:solidFill>
              <a:srgbClr val="000000"/>
            </a:solidFill>
            <a:ln w="166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45" name="图形 179">
            <a:extLst>
              <a:ext uri="{FF2B5EF4-FFF2-40B4-BE49-F238E27FC236}">
                <a16:creationId xmlns:a16="http://schemas.microsoft.com/office/drawing/2014/main" id="{866DCD7A-AC58-9D37-7BB7-F33B27ECE08C}"/>
              </a:ext>
            </a:extLst>
          </p:cNvPr>
          <p:cNvSpPr/>
          <p:nvPr/>
        </p:nvSpPr>
        <p:spPr>
          <a:xfrm>
            <a:off x="3941379" y="1418895"/>
            <a:ext cx="630621" cy="530774"/>
          </a:xfrm>
          <a:custGeom>
            <a:avLst/>
            <a:gdLst>
              <a:gd name="connsiteX0" fmla="*/ 513624 w 523125"/>
              <a:gd name="connsiteY0" fmla="*/ 133363 h 421875"/>
              <a:gd name="connsiteX1" fmla="*/ 534414 w 523125"/>
              <a:gd name="connsiteY1" fmla="*/ 135996 h 421875"/>
              <a:gd name="connsiteX2" fmla="*/ 534414 w 523125"/>
              <a:gd name="connsiteY2" fmla="*/ 41158 h 421875"/>
              <a:gd name="connsiteX3" fmla="*/ 493256 w 523125"/>
              <a:gd name="connsiteY3" fmla="*/ 0 h 421875"/>
              <a:gd name="connsiteX4" fmla="*/ 401001 w 523125"/>
              <a:gd name="connsiteY4" fmla="*/ 0 h 421875"/>
              <a:gd name="connsiteX5" fmla="*/ 403532 w 523125"/>
              <a:gd name="connsiteY5" fmla="*/ 19879 h 421875"/>
              <a:gd name="connsiteX6" fmla="*/ 323595 w 523125"/>
              <a:gd name="connsiteY6" fmla="*/ 98061 h 421875"/>
              <a:gd name="connsiteX7" fmla="*/ 243675 w 523125"/>
              <a:gd name="connsiteY7" fmla="*/ 19811 h 421875"/>
              <a:gd name="connsiteX8" fmla="*/ 246189 w 523125"/>
              <a:gd name="connsiteY8" fmla="*/ 0 h 421875"/>
              <a:gd name="connsiteX9" fmla="*/ 154913 w 523125"/>
              <a:gd name="connsiteY9" fmla="*/ 0 h 421875"/>
              <a:gd name="connsiteX10" fmla="*/ 126039 w 523125"/>
              <a:gd name="connsiteY10" fmla="*/ 11981 h 421875"/>
              <a:gd name="connsiteX11" fmla="*/ 114159 w 523125"/>
              <a:gd name="connsiteY11" fmla="*/ 40888 h 421875"/>
              <a:gd name="connsiteX12" fmla="*/ 113029 w 523125"/>
              <a:gd name="connsiteY12" fmla="*/ 140383 h 421875"/>
              <a:gd name="connsiteX13" fmla="*/ 79920 w 523125"/>
              <a:gd name="connsiteY13" fmla="*/ 133363 h 421875"/>
              <a:gd name="connsiteX14" fmla="*/ 0 w 523125"/>
              <a:gd name="connsiteY14" fmla="*/ 211326 h 421875"/>
              <a:gd name="connsiteX15" fmla="*/ 79920 w 523125"/>
              <a:gd name="connsiteY15" fmla="*/ 289322 h 421875"/>
              <a:gd name="connsiteX16" fmla="*/ 113029 w 523125"/>
              <a:gd name="connsiteY16" fmla="*/ 282302 h 421875"/>
              <a:gd name="connsiteX17" fmla="*/ 114109 w 523125"/>
              <a:gd name="connsiteY17" fmla="*/ 381611 h 421875"/>
              <a:gd name="connsiteX18" fmla="*/ 126124 w 523125"/>
              <a:gd name="connsiteY18" fmla="*/ 410788 h 421875"/>
              <a:gd name="connsiteX19" fmla="*/ 155267 w 523125"/>
              <a:gd name="connsiteY19" fmla="*/ 422871 h 421875"/>
              <a:gd name="connsiteX20" fmla="*/ 246173 w 523125"/>
              <a:gd name="connsiteY20" fmla="*/ 422871 h 421875"/>
              <a:gd name="connsiteX21" fmla="*/ 243658 w 523125"/>
              <a:gd name="connsiteY21" fmla="*/ 402874 h 421875"/>
              <a:gd name="connsiteX22" fmla="*/ 323578 w 523125"/>
              <a:gd name="connsiteY22" fmla="*/ 324641 h 421875"/>
              <a:gd name="connsiteX23" fmla="*/ 403515 w 523125"/>
              <a:gd name="connsiteY23" fmla="*/ 403009 h 421875"/>
              <a:gd name="connsiteX24" fmla="*/ 400984 w 523125"/>
              <a:gd name="connsiteY24" fmla="*/ 422871 h 421875"/>
              <a:gd name="connsiteX25" fmla="*/ 493256 w 523125"/>
              <a:gd name="connsiteY25" fmla="*/ 422871 h 421875"/>
              <a:gd name="connsiteX26" fmla="*/ 534398 w 523125"/>
              <a:gd name="connsiteY26" fmla="*/ 381729 h 421875"/>
              <a:gd name="connsiteX27" fmla="*/ 534398 w 523125"/>
              <a:gd name="connsiteY27" fmla="*/ 286656 h 421875"/>
              <a:gd name="connsiteX28" fmla="*/ 513591 w 523125"/>
              <a:gd name="connsiteY28" fmla="*/ 289288 h 421875"/>
              <a:gd name="connsiteX29" fmla="*/ 433536 w 523125"/>
              <a:gd name="connsiteY29" fmla="*/ 211309 h 421875"/>
              <a:gd name="connsiteX30" fmla="*/ 513624 w 523125"/>
              <a:gd name="connsiteY30" fmla="*/ 133363 h 42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23125" h="421875">
                <a:moveTo>
                  <a:pt x="513624" y="133363"/>
                </a:moveTo>
                <a:cubicBezTo>
                  <a:pt x="520746" y="133363"/>
                  <a:pt x="527209" y="134274"/>
                  <a:pt x="534414" y="135996"/>
                </a:cubicBezTo>
                <a:lnTo>
                  <a:pt x="534414" y="41158"/>
                </a:lnTo>
                <a:cubicBezTo>
                  <a:pt x="534414" y="18428"/>
                  <a:pt x="515987" y="0"/>
                  <a:pt x="493256" y="0"/>
                </a:cubicBezTo>
                <a:lnTo>
                  <a:pt x="401001" y="0"/>
                </a:lnTo>
                <a:cubicBezTo>
                  <a:pt x="402654" y="7239"/>
                  <a:pt x="403532" y="13162"/>
                  <a:pt x="403532" y="19879"/>
                </a:cubicBezTo>
                <a:cubicBezTo>
                  <a:pt x="403532" y="62944"/>
                  <a:pt x="367740" y="98061"/>
                  <a:pt x="323595" y="98061"/>
                </a:cubicBezTo>
                <a:cubicBezTo>
                  <a:pt x="279450" y="98061"/>
                  <a:pt x="243675" y="62843"/>
                  <a:pt x="243675" y="19811"/>
                </a:cubicBezTo>
                <a:cubicBezTo>
                  <a:pt x="243675" y="13061"/>
                  <a:pt x="244553" y="7239"/>
                  <a:pt x="246189" y="0"/>
                </a:cubicBezTo>
                <a:lnTo>
                  <a:pt x="154913" y="0"/>
                </a:lnTo>
                <a:cubicBezTo>
                  <a:pt x="144079" y="0"/>
                  <a:pt x="133684" y="4320"/>
                  <a:pt x="126039" y="11981"/>
                </a:cubicBezTo>
                <a:cubicBezTo>
                  <a:pt x="118395" y="19659"/>
                  <a:pt x="114109" y="30071"/>
                  <a:pt x="114159" y="40888"/>
                </a:cubicBezTo>
                <a:cubicBezTo>
                  <a:pt x="114294" y="82536"/>
                  <a:pt x="114261" y="140923"/>
                  <a:pt x="113029" y="140383"/>
                </a:cubicBezTo>
                <a:cubicBezTo>
                  <a:pt x="102938" y="135878"/>
                  <a:pt x="91733" y="133363"/>
                  <a:pt x="79920" y="133363"/>
                </a:cubicBezTo>
                <a:cubicBezTo>
                  <a:pt x="35775" y="133363"/>
                  <a:pt x="0" y="168261"/>
                  <a:pt x="0" y="211326"/>
                </a:cubicBezTo>
                <a:cubicBezTo>
                  <a:pt x="0" y="254391"/>
                  <a:pt x="35792" y="289322"/>
                  <a:pt x="79920" y="289322"/>
                </a:cubicBezTo>
                <a:cubicBezTo>
                  <a:pt x="91733" y="289322"/>
                  <a:pt x="102938" y="286808"/>
                  <a:pt x="113029" y="282302"/>
                </a:cubicBezTo>
                <a:cubicBezTo>
                  <a:pt x="114159" y="281779"/>
                  <a:pt x="114210" y="339981"/>
                  <a:pt x="114109" y="381611"/>
                </a:cubicBezTo>
                <a:cubicBezTo>
                  <a:pt x="114092" y="392546"/>
                  <a:pt x="118412" y="403059"/>
                  <a:pt x="126124" y="410788"/>
                </a:cubicBezTo>
                <a:cubicBezTo>
                  <a:pt x="133836" y="418517"/>
                  <a:pt x="144332" y="422871"/>
                  <a:pt x="155267" y="422871"/>
                </a:cubicBezTo>
                <a:lnTo>
                  <a:pt x="246173" y="422871"/>
                </a:lnTo>
                <a:cubicBezTo>
                  <a:pt x="244536" y="415631"/>
                  <a:pt x="243658" y="409590"/>
                  <a:pt x="243658" y="402874"/>
                </a:cubicBezTo>
                <a:cubicBezTo>
                  <a:pt x="243658" y="359809"/>
                  <a:pt x="279450" y="324641"/>
                  <a:pt x="323578" y="324641"/>
                </a:cubicBezTo>
                <a:cubicBezTo>
                  <a:pt x="367740" y="324641"/>
                  <a:pt x="403515" y="359927"/>
                  <a:pt x="403515" y="403009"/>
                </a:cubicBezTo>
                <a:cubicBezTo>
                  <a:pt x="403515" y="409742"/>
                  <a:pt x="402638" y="415631"/>
                  <a:pt x="400984" y="422871"/>
                </a:cubicBezTo>
                <a:lnTo>
                  <a:pt x="493256" y="422871"/>
                </a:lnTo>
                <a:cubicBezTo>
                  <a:pt x="516004" y="422871"/>
                  <a:pt x="534398" y="404426"/>
                  <a:pt x="534398" y="381729"/>
                </a:cubicBezTo>
                <a:lnTo>
                  <a:pt x="534398" y="286656"/>
                </a:lnTo>
                <a:cubicBezTo>
                  <a:pt x="527192" y="288377"/>
                  <a:pt x="520729" y="289288"/>
                  <a:pt x="513591" y="289288"/>
                </a:cubicBezTo>
                <a:cubicBezTo>
                  <a:pt x="469463" y="289288"/>
                  <a:pt x="433536" y="254408"/>
                  <a:pt x="433536" y="211309"/>
                </a:cubicBezTo>
                <a:cubicBezTo>
                  <a:pt x="433519" y="168278"/>
                  <a:pt x="469479" y="133363"/>
                  <a:pt x="513624" y="133363"/>
                </a:cubicBezTo>
                <a:close/>
              </a:path>
            </a:pathLst>
          </a:custGeom>
          <a:solidFill>
            <a:srgbClr val="000000"/>
          </a:solidFill>
          <a:ln w="16669" cap="flat">
            <a:noFill/>
            <a:prstDash val="solid"/>
            <a:miter/>
          </a:ln>
        </p:spPr>
        <p:txBody>
          <a:bodyPr rtlCol="0" anchor="ctr"/>
          <a:lstStyle/>
          <a:p>
            <a:pPr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287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uild="p"/>
      <p:bldP spid="3" grpId="0"/>
      <p:bldP spid="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A94CB-446C-8129-1D1D-D2B742FA2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A5D3A28-8D9F-7431-F6B8-6538810E4011}"/>
              </a:ext>
            </a:extLst>
          </p:cNvPr>
          <p:cNvGrpSpPr/>
          <p:nvPr/>
        </p:nvGrpSpPr>
        <p:grpSpPr>
          <a:xfrm>
            <a:off x="10451803" y="5261146"/>
            <a:ext cx="2426667" cy="223956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6" name="Freeform 105">
              <a:extLst>
                <a:ext uri="{FF2B5EF4-FFF2-40B4-BE49-F238E27FC236}">
                  <a16:creationId xmlns:a16="http://schemas.microsoft.com/office/drawing/2014/main" id="{3E8BA79F-5923-27E1-12E8-D00146140F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" name="Freeform 106">
              <a:extLst>
                <a:ext uri="{FF2B5EF4-FFF2-40B4-BE49-F238E27FC236}">
                  <a16:creationId xmlns:a16="http://schemas.microsoft.com/office/drawing/2014/main" id="{3628B8B6-1C5A-993C-5DB5-E17C9BFD7D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107">
              <a:extLst>
                <a:ext uri="{FF2B5EF4-FFF2-40B4-BE49-F238E27FC236}">
                  <a16:creationId xmlns:a16="http://schemas.microsoft.com/office/drawing/2014/main" id="{6985A690-1BDE-0181-25F5-38369930E3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108">
              <a:extLst>
                <a:ext uri="{FF2B5EF4-FFF2-40B4-BE49-F238E27FC236}">
                  <a16:creationId xmlns:a16="http://schemas.microsoft.com/office/drawing/2014/main" id="{D4E592A1-BD2A-66DD-506E-B49A952CB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9">
              <a:extLst>
                <a:ext uri="{FF2B5EF4-FFF2-40B4-BE49-F238E27FC236}">
                  <a16:creationId xmlns:a16="http://schemas.microsoft.com/office/drawing/2014/main" id="{5804CD03-B828-8D4A-691E-0E6E0E3F55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110">
              <a:extLst>
                <a:ext uri="{FF2B5EF4-FFF2-40B4-BE49-F238E27FC236}">
                  <a16:creationId xmlns:a16="http://schemas.microsoft.com/office/drawing/2014/main" id="{67C79C0F-4F43-3BBE-68E6-27B265FE2E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11">
              <a:extLst>
                <a:ext uri="{FF2B5EF4-FFF2-40B4-BE49-F238E27FC236}">
                  <a16:creationId xmlns:a16="http://schemas.microsoft.com/office/drawing/2014/main" id="{6E17EA66-C66F-D15E-068B-EF34C0AE03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12">
              <a:extLst>
                <a:ext uri="{FF2B5EF4-FFF2-40B4-BE49-F238E27FC236}">
                  <a16:creationId xmlns:a16="http://schemas.microsoft.com/office/drawing/2014/main" id="{98237364-D34C-754A-7142-E1E9E5863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13">
              <a:extLst>
                <a:ext uri="{FF2B5EF4-FFF2-40B4-BE49-F238E27FC236}">
                  <a16:creationId xmlns:a16="http://schemas.microsoft.com/office/drawing/2014/main" id="{F4C686FA-2ADE-BB41-3077-FB5C8046C9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14">
              <a:extLst>
                <a:ext uri="{FF2B5EF4-FFF2-40B4-BE49-F238E27FC236}">
                  <a16:creationId xmlns:a16="http://schemas.microsoft.com/office/drawing/2014/main" id="{9A8438DD-B688-C808-B032-2B66D9E075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5">
              <a:extLst>
                <a:ext uri="{FF2B5EF4-FFF2-40B4-BE49-F238E27FC236}">
                  <a16:creationId xmlns:a16="http://schemas.microsoft.com/office/drawing/2014/main" id="{3664483B-0282-041B-FBDE-90E858583F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6">
              <a:extLst>
                <a:ext uri="{FF2B5EF4-FFF2-40B4-BE49-F238E27FC236}">
                  <a16:creationId xmlns:a16="http://schemas.microsoft.com/office/drawing/2014/main" id="{B4DE4068-AA27-D9A8-5562-9EC6FD77BD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7">
              <a:extLst>
                <a:ext uri="{FF2B5EF4-FFF2-40B4-BE49-F238E27FC236}">
                  <a16:creationId xmlns:a16="http://schemas.microsoft.com/office/drawing/2014/main" id="{B49344D7-D2A5-1DE8-EF7D-354BBBF37A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8">
              <a:extLst>
                <a:ext uri="{FF2B5EF4-FFF2-40B4-BE49-F238E27FC236}">
                  <a16:creationId xmlns:a16="http://schemas.microsoft.com/office/drawing/2014/main" id="{EDA27C4C-D0FD-7B03-1E4B-2AE4B00F6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119">
              <a:extLst>
                <a:ext uri="{FF2B5EF4-FFF2-40B4-BE49-F238E27FC236}">
                  <a16:creationId xmlns:a16="http://schemas.microsoft.com/office/drawing/2014/main" id="{0D410C5E-DE72-1DCF-5500-BA83205BD0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20">
              <a:extLst>
                <a:ext uri="{FF2B5EF4-FFF2-40B4-BE49-F238E27FC236}">
                  <a16:creationId xmlns:a16="http://schemas.microsoft.com/office/drawing/2014/main" id="{5190582A-9944-F0B6-5309-99C2838B8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21">
              <a:extLst>
                <a:ext uri="{FF2B5EF4-FFF2-40B4-BE49-F238E27FC236}">
                  <a16:creationId xmlns:a16="http://schemas.microsoft.com/office/drawing/2014/main" id="{176285DF-4C2A-985C-7F2E-22B41C0A9F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22">
              <a:extLst>
                <a:ext uri="{FF2B5EF4-FFF2-40B4-BE49-F238E27FC236}">
                  <a16:creationId xmlns:a16="http://schemas.microsoft.com/office/drawing/2014/main" id="{8EE6BAF6-0C8F-C96C-9389-A229FEA99F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23">
              <a:extLst>
                <a:ext uri="{FF2B5EF4-FFF2-40B4-BE49-F238E27FC236}">
                  <a16:creationId xmlns:a16="http://schemas.microsoft.com/office/drawing/2014/main" id="{40090B92-E43D-C385-A32E-42B3083FD0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24">
              <a:extLst>
                <a:ext uri="{FF2B5EF4-FFF2-40B4-BE49-F238E27FC236}">
                  <a16:creationId xmlns:a16="http://schemas.microsoft.com/office/drawing/2014/main" id="{FEB77B50-2D0C-B3A8-5B2E-2C177B6009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25">
              <a:extLst>
                <a:ext uri="{FF2B5EF4-FFF2-40B4-BE49-F238E27FC236}">
                  <a16:creationId xmlns:a16="http://schemas.microsoft.com/office/drawing/2014/main" id="{516FBC81-7954-7F5C-4520-DA92975F4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6">
              <a:extLst>
                <a:ext uri="{FF2B5EF4-FFF2-40B4-BE49-F238E27FC236}">
                  <a16:creationId xmlns:a16="http://schemas.microsoft.com/office/drawing/2014/main" id="{5741CCF8-62F8-FFEA-5986-D322CF799F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7">
              <a:extLst>
                <a:ext uri="{FF2B5EF4-FFF2-40B4-BE49-F238E27FC236}">
                  <a16:creationId xmlns:a16="http://schemas.microsoft.com/office/drawing/2014/main" id="{9C6B8D0E-CCA9-EAC4-76A9-888D2FE385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8">
              <a:extLst>
                <a:ext uri="{FF2B5EF4-FFF2-40B4-BE49-F238E27FC236}">
                  <a16:creationId xmlns:a16="http://schemas.microsoft.com/office/drawing/2014/main" id="{7843AD8C-79E0-8B0D-EEE4-ECFCA6D2E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9">
              <a:extLst>
                <a:ext uri="{FF2B5EF4-FFF2-40B4-BE49-F238E27FC236}">
                  <a16:creationId xmlns:a16="http://schemas.microsoft.com/office/drawing/2014/main" id="{75321E23-19EC-8A19-2EB3-CF39A6B83E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30">
              <a:extLst>
                <a:ext uri="{FF2B5EF4-FFF2-40B4-BE49-F238E27FC236}">
                  <a16:creationId xmlns:a16="http://schemas.microsoft.com/office/drawing/2014/main" id="{499AAFEE-A12F-7500-DF4C-1BFADA4E03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31">
              <a:extLst>
                <a:ext uri="{FF2B5EF4-FFF2-40B4-BE49-F238E27FC236}">
                  <a16:creationId xmlns:a16="http://schemas.microsoft.com/office/drawing/2014/main" id="{4296EFBD-DDE0-7308-ECC8-8E50C9973B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32">
              <a:extLst>
                <a:ext uri="{FF2B5EF4-FFF2-40B4-BE49-F238E27FC236}">
                  <a16:creationId xmlns:a16="http://schemas.microsoft.com/office/drawing/2014/main" id="{FF1BA33A-9941-06FB-16C2-7524ECC631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33">
              <a:extLst>
                <a:ext uri="{FF2B5EF4-FFF2-40B4-BE49-F238E27FC236}">
                  <a16:creationId xmlns:a16="http://schemas.microsoft.com/office/drawing/2014/main" id="{303C8B29-0A16-52FF-9744-18F0014B80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34">
              <a:extLst>
                <a:ext uri="{FF2B5EF4-FFF2-40B4-BE49-F238E27FC236}">
                  <a16:creationId xmlns:a16="http://schemas.microsoft.com/office/drawing/2014/main" id="{FC17AD0B-B27A-CDF4-D154-1E56F3188F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35">
              <a:extLst>
                <a:ext uri="{FF2B5EF4-FFF2-40B4-BE49-F238E27FC236}">
                  <a16:creationId xmlns:a16="http://schemas.microsoft.com/office/drawing/2014/main" id="{90CD3F8A-AEAA-54B2-334C-78F2B0FE5A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6">
              <a:extLst>
                <a:ext uri="{FF2B5EF4-FFF2-40B4-BE49-F238E27FC236}">
                  <a16:creationId xmlns:a16="http://schemas.microsoft.com/office/drawing/2014/main" id="{F096DB7F-7F8A-49CD-D7CC-1078C2293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7">
              <a:extLst>
                <a:ext uri="{FF2B5EF4-FFF2-40B4-BE49-F238E27FC236}">
                  <a16:creationId xmlns:a16="http://schemas.microsoft.com/office/drawing/2014/main" id="{A64BAE5A-D081-2657-830B-46017EC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A9D2EAF7-FC4C-3127-05A3-CCF8D86987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9067AD82-C522-8FB0-5A8D-A076DE21BA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40">
              <a:extLst>
                <a:ext uri="{FF2B5EF4-FFF2-40B4-BE49-F238E27FC236}">
                  <a16:creationId xmlns:a16="http://schemas.microsoft.com/office/drawing/2014/main" id="{1B8F8A25-719B-5136-17F3-B3780F1963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41">
              <a:extLst>
                <a:ext uri="{FF2B5EF4-FFF2-40B4-BE49-F238E27FC236}">
                  <a16:creationId xmlns:a16="http://schemas.microsoft.com/office/drawing/2014/main" id="{B3DF9C39-7078-FF63-9FED-49498CB8E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EB4C253-B736-CEC4-28B3-8515A1149A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840" y="3159763"/>
            <a:ext cx="5330316" cy="721821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理念功能</a:t>
            </a:r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83B40416-4B15-73D0-0152-3B774C3469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0840" y="1727090"/>
            <a:ext cx="990235" cy="1222598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02</a:t>
            </a:r>
            <a:endParaRPr lang="zh-CN" altLang="en-US" sz="6000" dirty="0"/>
          </a:p>
        </p:txBody>
      </p:sp>
      <p:sp>
        <p:nvSpPr>
          <p:cNvPr id="49" name="文本占位符 48">
            <a:extLst>
              <a:ext uri="{FF2B5EF4-FFF2-40B4-BE49-F238E27FC236}">
                <a16:creationId xmlns:a16="http://schemas.microsoft.com/office/drawing/2014/main" id="{ED63E88A-9901-E055-AA82-8BE3CB5404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33613" y="4630458"/>
            <a:ext cx="6317123" cy="2860159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便捷简约，物理提醒</a:t>
            </a:r>
            <a:endParaRPr lang="en-US" altLang="zh-CN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计时功能，提醒专注</a:t>
            </a:r>
            <a:endParaRPr lang="en-US" altLang="zh-CN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震动功能，适当休息</a:t>
            </a:r>
          </a:p>
          <a:p>
            <a:endParaRPr lang="zh-CN" altLang="en-US" sz="32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70E76D-624B-ED75-E507-BE731192DE1B}"/>
              </a:ext>
            </a:extLst>
          </p:cNvPr>
          <p:cNvSpPr txBox="1"/>
          <p:nvPr/>
        </p:nvSpPr>
        <p:spPr>
          <a:xfrm>
            <a:off x="2623411" y="175321"/>
            <a:ext cx="5958635" cy="169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喧嚣的世界里，不需要多余的屏幕，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一次轻微的震动，是一场关于深度的约定。不被干扰，才是真正的自由。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6F3929-86C1-8FEA-21F1-96942160AA11}"/>
              </a:ext>
            </a:extLst>
          </p:cNvPr>
          <p:cNvSpPr txBox="1"/>
          <p:nvPr/>
        </p:nvSpPr>
        <p:spPr>
          <a:xfrm>
            <a:off x="3947478" y="1931092"/>
            <a:ext cx="6317123" cy="280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计时功能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：手机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上设定专注时间，专注模式开始即进行倒计时；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震动功能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：倒计时结束后，指环会震动提醒使用者设定的专注时间已到，可以休息一下了；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充电方式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：无线磁吸式充电器，吸附充电</a:t>
            </a:r>
          </a:p>
        </p:txBody>
      </p:sp>
      <p:pic>
        <p:nvPicPr>
          <p:cNvPr id="63" name="图片 6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DBF2C06-E4DD-C5AA-CD8B-C1E22573D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9910" y="1024335"/>
            <a:ext cx="1821631" cy="3722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2997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uild="p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DC30-7EE6-C274-0A67-C3BF706A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4D57D0D-A7D5-2616-5558-5C19C7289F85}"/>
              </a:ext>
            </a:extLst>
          </p:cNvPr>
          <p:cNvGrpSpPr/>
          <p:nvPr/>
        </p:nvGrpSpPr>
        <p:grpSpPr>
          <a:xfrm>
            <a:off x="10451803" y="5261146"/>
            <a:ext cx="2426667" cy="223956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6" name="Freeform 105">
              <a:extLst>
                <a:ext uri="{FF2B5EF4-FFF2-40B4-BE49-F238E27FC236}">
                  <a16:creationId xmlns:a16="http://schemas.microsoft.com/office/drawing/2014/main" id="{63DDF735-8F39-E95E-DE3C-1382DB159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" name="Freeform 106">
              <a:extLst>
                <a:ext uri="{FF2B5EF4-FFF2-40B4-BE49-F238E27FC236}">
                  <a16:creationId xmlns:a16="http://schemas.microsoft.com/office/drawing/2014/main" id="{93403616-64AD-96E5-F704-C4747E6306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107">
              <a:extLst>
                <a:ext uri="{FF2B5EF4-FFF2-40B4-BE49-F238E27FC236}">
                  <a16:creationId xmlns:a16="http://schemas.microsoft.com/office/drawing/2014/main" id="{0BF1AA36-6522-C41B-9A08-D7701464D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108">
              <a:extLst>
                <a:ext uri="{FF2B5EF4-FFF2-40B4-BE49-F238E27FC236}">
                  <a16:creationId xmlns:a16="http://schemas.microsoft.com/office/drawing/2014/main" id="{0CA5E89F-AF53-1522-2566-58CEA62917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9">
              <a:extLst>
                <a:ext uri="{FF2B5EF4-FFF2-40B4-BE49-F238E27FC236}">
                  <a16:creationId xmlns:a16="http://schemas.microsoft.com/office/drawing/2014/main" id="{D8721CB3-4330-7040-0AEE-56696266FF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110">
              <a:extLst>
                <a:ext uri="{FF2B5EF4-FFF2-40B4-BE49-F238E27FC236}">
                  <a16:creationId xmlns:a16="http://schemas.microsoft.com/office/drawing/2014/main" id="{B029A013-3FB7-4076-EBC2-896F397979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11">
              <a:extLst>
                <a:ext uri="{FF2B5EF4-FFF2-40B4-BE49-F238E27FC236}">
                  <a16:creationId xmlns:a16="http://schemas.microsoft.com/office/drawing/2014/main" id="{D8FBC91B-4C8C-49F8-CE76-811CB54D4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12">
              <a:extLst>
                <a:ext uri="{FF2B5EF4-FFF2-40B4-BE49-F238E27FC236}">
                  <a16:creationId xmlns:a16="http://schemas.microsoft.com/office/drawing/2014/main" id="{A86E7189-DFD5-FE7F-3165-5DBAC5AF3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13">
              <a:extLst>
                <a:ext uri="{FF2B5EF4-FFF2-40B4-BE49-F238E27FC236}">
                  <a16:creationId xmlns:a16="http://schemas.microsoft.com/office/drawing/2014/main" id="{3A0524D7-0C09-F637-99D4-81C9EE12DB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14">
              <a:extLst>
                <a:ext uri="{FF2B5EF4-FFF2-40B4-BE49-F238E27FC236}">
                  <a16:creationId xmlns:a16="http://schemas.microsoft.com/office/drawing/2014/main" id="{212AE0BC-1258-9642-7C15-3D23CBC5CC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5">
              <a:extLst>
                <a:ext uri="{FF2B5EF4-FFF2-40B4-BE49-F238E27FC236}">
                  <a16:creationId xmlns:a16="http://schemas.microsoft.com/office/drawing/2014/main" id="{743AEFE9-9A5E-E425-060E-92CD71D79F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6">
              <a:extLst>
                <a:ext uri="{FF2B5EF4-FFF2-40B4-BE49-F238E27FC236}">
                  <a16:creationId xmlns:a16="http://schemas.microsoft.com/office/drawing/2014/main" id="{CD10D0B0-BCB7-2DF7-EA06-455EC7EB47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7">
              <a:extLst>
                <a:ext uri="{FF2B5EF4-FFF2-40B4-BE49-F238E27FC236}">
                  <a16:creationId xmlns:a16="http://schemas.microsoft.com/office/drawing/2014/main" id="{CC3AA085-5A3F-3CCC-2C52-6918B2BAB5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8">
              <a:extLst>
                <a:ext uri="{FF2B5EF4-FFF2-40B4-BE49-F238E27FC236}">
                  <a16:creationId xmlns:a16="http://schemas.microsoft.com/office/drawing/2014/main" id="{F8BA3332-98DB-68E4-B204-4C1C396E3C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119">
              <a:extLst>
                <a:ext uri="{FF2B5EF4-FFF2-40B4-BE49-F238E27FC236}">
                  <a16:creationId xmlns:a16="http://schemas.microsoft.com/office/drawing/2014/main" id="{08FB19B8-7CC5-8EC8-0AE4-3794E7E4EF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20">
              <a:extLst>
                <a:ext uri="{FF2B5EF4-FFF2-40B4-BE49-F238E27FC236}">
                  <a16:creationId xmlns:a16="http://schemas.microsoft.com/office/drawing/2014/main" id="{3DCF7133-0E38-3778-0B3D-FF05F7D1BD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21">
              <a:extLst>
                <a:ext uri="{FF2B5EF4-FFF2-40B4-BE49-F238E27FC236}">
                  <a16:creationId xmlns:a16="http://schemas.microsoft.com/office/drawing/2014/main" id="{0DE11FCB-5714-6452-4B5E-EDCDC421FC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22">
              <a:extLst>
                <a:ext uri="{FF2B5EF4-FFF2-40B4-BE49-F238E27FC236}">
                  <a16:creationId xmlns:a16="http://schemas.microsoft.com/office/drawing/2014/main" id="{9A4FA483-2216-D60B-4C57-BCA1D8044E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23">
              <a:extLst>
                <a:ext uri="{FF2B5EF4-FFF2-40B4-BE49-F238E27FC236}">
                  <a16:creationId xmlns:a16="http://schemas.microsoft.com/office/drawing/2014/main" id="{E5761D0C-48DF-3257-9BA0-3C123E06E5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24">
              <a:extLst>
                <a:ext uri="{FF2B5EF4-FFF2-40B4-BE49-F238E27FC236}">
                  <a16:creationId xmlns:a16="http://schemas.microsoft.com/office/drawing/2014/main" id="{267301FD-37B8-E6DB-68DE-D1AE3CB7A1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25">
              <a:extLst>
                <a:ext uri="{FF2B5EF4-FFF2-40B4-BE49-F238E27FC236}">
                  <a16:creationId xmlns:a16="http://schemas.microsoft.com/office/drawing/2014/main" id="{BBB7182C-C765-E533-5CE1-43F57A0D63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6">
              <a:extLst>
                <a:ext uri="{FF2B5EF4-FFF2-40B4-BE49-F238E27FC236}">
                  <a16:creationId xmlns:a16="http://schemas.microsoft.com/office/drawing/2014/main" id="{23CF90AF-66B8-0C46-5DDB-0B16242DBC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7">
              <a:extLst>
                <a:ext uri="{FF2B5EF4-FFF2-40B4-BE49-F238E27FC236}">
                  <a16:creationId xmlns:a16="http://schemas.microsoft.com/office/drawing/2014/main" id="{FFF2826E-126E-8EA7-027B-11EC12B93C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8">
              <a:extLst>
                <a:ext uri="{FF2B5EF4-FFF2-40B4-BE49-F238E27FC236}">
                  <a16:creationId xmlns:a16="http://schemas.microsoft.com/office/drawing/2014/main" id="{DFB3E6C5-2E01-CC69-1774-C871AC917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9">
              <a:extLst>
                <a:ext uri="{FF2B5EF4-FFF2-40B4-BE49-F238E27FC236}">
                  <a16:creationId xmlns:a16="http://schemas.microsoft.com/office/drawing/2014/main" id="{65426F1E-491E-B1BF-294C-1CF06A97A6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30">
              <a:extLst>
                <a:ext uri="{FF2B5EF4-FFF2-40B4-BE49-F238E27FC236}">
                  <a16:creationId xmlns:a16="http://schemas.microsoft.com/office/drawing/2014/main" id="{E57F8A4E-D71E-3930-89DE-E9AC500126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31">
              <a:extLst>
                <a:ext uri="{FF2B5EF4-FFF2-40B4-BE49-F238E27FC236}">
                  <a16:creationId xmlns:a16="http://schemas.microsoft.com/office/drawing/2014/main" id="{1D0542BE-8552-AB4C-2896-488591BF21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32">
              <a:extLst>
                <a:ext uri="{FF2B5EF4-FFF2-40B4-BE49-F238E27FC236}">
                  <a16:creationId xmlns:a16="http://schemas.microsoft.com/office/drawing/2014/main" id="{E552F451-3A2A-9F03-BAF7-948EB9EEFF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33">
              <a:extLst>
                <a:ext uri="{FF2B5EF4-FFF2-40B4-BE49-F238E27FC236}">
                  <a16:creationId xmlns:a16="http://schemas.microsoft.com/office/drawing/2014/main" id="{02D8B2A2-7303-45CA-F863-145BFB9F45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34">
              <a:extLst>
                <a:ext uri="{FF2B5EF4-FFF2-40B4-BE49-F238E27FC236}">
                  <a16:creationId xmlns:a16="http://schemas.microsoft.com/office/drawing/2014/main" id="{A464A148-5F14-2D60-4DB8-5DBF7026B5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35">
              <a:extLst>
                <a:ext uri="{FF2B5EF4-FFF2-40B4-BE49-F238E27FC236}">
                  <a16:creationId xmlns:a16="http://schemas.microsoft.com/office/drawing/2014/main" id="{783E640C-6874-0E5D-6116-D13A11E750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6">
              <a:extLst>
                <a:ext uri="{FF2B5EF4-FFF2-40B4-BE49-F238E27FC236}">
                  <a16:creationId xmlns:a16="http://schemas.microsoft.com/office/drawing/2014/main" id="{7820AA0D-14C8-4F54-48A6-F6EB65D0F1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7">
              <a:extLst>
                <a:ext uri="{FF2B5EF4-FFF2-40B4-BE49-F238E27FC236}">
                  <a16:creationId xmlns:a16="http://schemas.microsoft.com/office/drawing/2014/main" id="{7259A2FC-C4E4-FFCB-2258-095E55174C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CFEC24B7-762D-115B-007F-5E5F063D45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0FD1E72B-19A7-163E-4F13-15706374B5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40">
              <a:extLst>
                <a:ext uri="{FF2B5EF4-FFF2-40B4-BE49-F238E27FC236}">
                  <a16:creationId xmlns:a16="http://schemas.microsoft.com/office/drawing/2014/main" id="{CD3749E2-53F0-EE1C-AB2D-C067FF1609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41">
              <a:extLst>
                <a:ext uri="{FF2B5EF4-FFF2-40B4-BE49-F238E27FC236}">
                  <a16:creationId xmlns:a16="http://schemas.microsoft.com/office/drawing/2014/main" id="{41CA1A69-E147-4663-0726-36528F145B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B51EDF-1E90-F77C-9C51-A362D24098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840" y="3159763"/>
            <a:ext cx="5330316" cy="721821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模型</a:t>
            </a:r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6B73D5BE-9AE8-B60A-C04E-28C0F55360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0840" y="1727090"/>
            <a:ext cx="990235" cy="1222598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03</a:t>
            </a:r>
            <a:endParaRPr lang="zh-CN" altLang="en-US" sz="6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8606AA-3EBE-9B3D-DB92-56DE1A0654FF}"/>
              </a:ext>
            </a:extLst>
          </p:cNvPr>
          <p:cNvSpPr txBox="1"/>
          <p:nvPr/>
        </p:nvSpPr>
        <p:spPr>
          <a:xfrm>
            <a:off x="8301682" y="3855299"/>
            <a:ext cx="7545042" cy="1607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暖白色充电器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无线磁吸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暖白守候，静候满电的相遇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DE4C9392-AE04-1CF5-26E4-DF62126843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897" y="696644"/>
            <a:ext cx="3676206" cy="2141149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F801E3FF-192A-DF83-E12F-FA90C4E231E7}"/>
              </a:ext>
            </a:extLst>
          </p:cNvPr>
          <p:cNvSpPr txBox="1"/>
          <p:nvPr/>
        </p:nvSpPr>
        <p:spPr>
          <a:xfrm>
            <a:off x="8262245" y="1012748"/>
            <a:ext cx="3493025" cy="1607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亮银色指环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震动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银色锁定时刻，专注不被打扰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6DF15613-E583-DA08-7D23-02813C8FB8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797" y="3209428"/>
            <a:ext cx="2741425" cy="295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83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FB29-B33B-CDD3-0021-CD2E7502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FD092E1A-318A-36D4-EE93-0F85D09905D8}"/>
              </a:ext>
            </a:extLst>
          </p:cNvPr>
          <p:cNvGrpSpPr/>
          <p:nvPr/>
        </p:nvGrpSpPr>
        <p:grpSpPr>
          <a:xfrm>
            <a:off x="10451803" y="5261146"/>
            <a:ext cx="2426667" cy="223956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6" name="Freeform 105">
              <a:extLst>
                <a:ext uri="{FF2B5EF4-FFF2-40B4-BE49-F238E27FC236}">
                  <a16:creationId xmlns:a16="http://schemas.microsoft.com/office/drawing/2014/main" id="{DD774BD2-D780-EBF7-A90E-DEF244F835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" name="Freeform 106">
              <a:extLst>
                <a:ext uri="{FF2B5EF4-FFF2-40B4-BE49-F238E27FC236}">
                  <a16:creationId xmlns:a16="http://schemas.microsoft.com/office/drawing/2014/main" id="{BDFD9E69-70B1-50DB-4AF5-AC07B7EC84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107">
              <a:extLst>
                <a:ext uri="{FF2B5EF4-FFF2-40B4-BE49-F238E27FC236}">
                  <a16:creationId xmlns:a16="http://schemas.microsoft.com/office/drawing/2014/main" id="{4ABBD8BF-764D-8C87-540D-CE6C04AABC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108">
              <a:extLst>
                <a:ext uri="{FF2B5EF4-FFF2-40B4-BE49-F238E27FC236}">
                  <a16:creationId xmlns:a16="http://schemas.microsoft.com/office/drawing/2014/main" id="{EC3B3C38-D864-D905-50AB-954D6F11A7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9">
              <a:extLst>
                <a:ext uri="{FF2B5EF4-FFF2-40B4-BE49-F238E27FC236}">
                  <a16:creationId xmlns:a16="http://schemas.microsoft.com/office/drawing/2014/main" id="{FE233538-060F-49DC-EAE8-7EC1269847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110">
              <a:extLst>
                <a:ext uri="{FF2B5EF4-FFF2-40B4-BE49-F238E27FC236}">
                  <a16:creationId xmlns:a16="http://schemas.microsoft.com/office/drawing/2014/main" id="{F3B3CCD5-F183-3729-FFBC-C18BFB7DFF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11">
              <a:extLst>
                <a:ext uri="{FF2B5EF4-FFF2-40B4-BE49-F238E27FC236}">
                  <a16:creationId xmlns:a16="http://schemas.microsoft.com/office/drawing/2014/main" id="{BCD80612-82E8-278D-E02D-FCBD1980B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12">
              <a:extLst>
                <a:ext uri="{FF2B5EF4-FFF2-40B4-BE49-F238E27FC236}">
                  <a16:creationId xmlns:a16="http://schemas.microsoft.com/office/drawing/2014/main" id="{9C35D039-4BF7-4406-1C7E-9DDA15235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13">
              <a:extLst>
                <a:ext uri="{FF2B5EF4-FFF2-40B4-BE49-F238E27FC236}">
                  <a16:creationId xmlns:a16="http://schemas.microsoft.com/office/drawing/2014/main" id="{E085CBFA-3AA0-BC9A-090F-9EFFF94075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14">
              <a:extLst>
                <a:ext uri="{FF2B5EF4-FFF2-40B4-BE49-F238E27FC236}">
                  <a16:creationId xmlns:a16="http://schemas.microsoft.com/office/drawing/2014/main" id="{4B397705-E41F-DC9C-FFC2-173391F15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5">
              <a:extLst>
                <a:ext uri="{FF2B5EF4-FFF2-40B4-BE49-F238E27FC236}">
                  <a16:creationId xmlns:a16="http://schemas.microsoft.com/office/drawing/2014/main" id="{856372C6-FD7D-9820-7A95-87A897F186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6">
              <a:extLst>
                <a:ext uri="{FF2B5EF4-FFF2-40B4-BE49-F238E27FC236}">
                  <a16:creationId xmlns:a16="http://schemas.microsoft.com/office/drawing/2014/main" id="{E1A117EB-1374-83C4-FF2F-A55CA666BE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7">
              <a:extLst>
                <a:ext uri="{FF2B5EF4-FFF2-40B4-BE49-F238E27FC236}">
                  <a16:creationId xmlns:a16="http://schemas.microsoft.com/office/drawing/2014/main" id="{D15356E3-FD33-4C75-FD86-CFB060BDB9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8">
              <a:extLst>
                <a:ext uri="{FF2B5EF4-FFF2-40B4-BE49-F238E27FC236}">
                  <a16:creationId xmlns:a16="http://schemas.microsoft.com/office/drawing/2014/main" id="{78149F95-61A7-13E3-E0BD-B8ED4F90D3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119">
              <a:extLst>
                <a:ext uri="{FF2B5EF4-FFF2-40B4-BE49-F238E27FC236}">
                  <a16:creationId xmlns:a16="http://schemas.microsoft.com/office/drawing/2014/main" id="{779037BA-FA68-51FB-0425-3D770B2415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20">
              <a:extLst>
                <a:ext uri="{FF2B5EF4-FFF2-40B4-BE49-F238E27FC236}">
                  <a16:creationId xmlns:a16="http://schemas.microsoft.com/office/drawing/2014/main" id="{41B57777-2BF5-511F-8640-375DB96B34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21">
              <a:extLst>
                <a:ext uri="{FF2B5EF4-FFF2-40B4-BE49-F238E27FC236}">
                  <a16:creationId xmlns:a16="http://schemas.microsoft.com/office/drawing/2014/main" id="{88C41B2A-B581-FB28-9E68-077F24A0E5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22">
              <a:extLst>
                <a:ext uri="{FF2B5EF4-FFF2-40B4-BE49-F238E27FC236}">
                  <a16:creationId xmlns:a16="http://schemas.microsoft.com/office/drawing/2014/main" id="{50584889-DFDF-9EF6-2748-E3FF840957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23">
              <a:extLst>
                <a:ext uri="{FF2B5EF4-FFF2-40B4-BE49-F238E27FC236}">
                  <a16:creationId xmlns:a16="http://schemas.microsoft.com/office/drawing/2014/main" id="{696D0CBC-B730-F821-93DF-A9F6CEB5CE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24">
              <a:extLst>
                <a:ext uri="{FF2B5EF4-FFF2-40B4-BE49-F238E27FC236}">
                  <a16:creationId xmlns:a16="http://schemas.microsoft.com/office/drawing/2014/main" id="{00B6E0F6-E15E-5FEE-55F4-7D2BFEE6AD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25">
              <a:extLst>
                <a:ext uri="{FF2B5EF4-FFF2-40B4-BE49-F238E27FC236}">
                  <a16:creationId xmlns:a16="http://schemas.microsoft.com/office/drawing/2014/main" id="{F1C975DE-9A06-32C1-5E6B-87402D74E6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6">
              <a:extLst>
                <a:ext uri="{FF2B5EF4-FFF2-40B4-BE49-F238E27FC236}">
                  <a16:creationId xmlns:a16="http://schemas.microsoft.com/office/drawing/2014/main" id="{E57157FF-8686-C956-4FDF-555DDABC1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7">
              <a:extLst>
                <a:ext uri="{FF2B5EF4-FFF2-40B4-BE49-F238E27FC236}">
                  <a16:creationId xmlns:a16="http://schemas.microsoft.com/office/drawing/2014/main" id="{C8796F9D-596D-4D89-9762-DEBB84DD32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8">
              <a:extLst>
                <a:ext uri="{FF2B5EF4-FFF2-40B4-BE49-F238E27FC236}">
                  <a16:creationId xmlns:a16="http://schemas.microsoft.com/office/drawing/2014/main" id="{BA4C21FD-0B63-E682-D431-3D54647CF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9">
              <a:extLst>
                <a:ext uri="{FF2B5EF4-FFF2-40B4-BE49-F238E27FC236}">
                  <a16:creationId xmlns:a16="http://schemas.microsoft.com/office/drawing/2014/main" id="{75887501-4B6E-AF22-583A-362A8B7B15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30">
              <a:extLst>
                <a:ext uri="{FF2B5EF4-FFF2-40B4-BE49-F238E27FC236}">
                  <a16:creationId xmlns:a16="http://schemas.microsoft.com/office/drawing/2014/main" id="{02E2BD70-164B-4F20-C875-84FC08D34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31">
              <a:extLst>
                <a:ext uri="{FF2B5EF4-FFF2-40B4-BE49-F238E27FC236}">
                  <a16:creationId xmlns:a16="http://schemas.microsoft.com/office/drawing/2014/main" id="{5054D050-485F-6508-0D46-BE134949B6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32">
              <a:extLst>
                <a:ext uri="{FF2B5EF4-FFF2-40B4-BE49-F238E27FC236}">
                  <a16:creationId xmlns:a16="http://schemas.microsoft.com/office/drawing/2014/main" id="{8E9968A3-E772-F778-1B47-FF536B490A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33">
              <a:extLst>
                <a:ext uri="{FF2B5EF4-FFF2-40B4-BE49-F238E27FC236}">
                  <a16:creationId xmlns:a16="http://schemas.microsoft.com/office/drawing/2014/main" id="{D3D1CAA7-70D8-F361-3E3D-DC95E1E43F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34">
              <a:extLst>
                <a:ext uri="{FF2B5EF4-FFF2-40B4-BE49-F238E27FC236}">
                  <a16:creationId xmlns:a16="http://schemas.microsoft.com/office/drawing/2014/main" id="{678FF8E2-9617-833B-F133-B8C097E03B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35">
              <a:extLst>
                <a:ext uri="{FF2B5EF4-FFF2-40B4-BE49-F238E27FC236}">
                  <a16:creationId xmlns:a16="http://schemas.microsoft.com/office/drawing/2014/main" id="{2832D848-FD05-D4E6-3DF7-806ACF3A33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6">
              <a:extLst>
                <a:ext uri="{FF2B5EF4-FFF2-40B4-BE49-F238E27FC236}">
                  <a16:creationId xmlns:a16="http://schemas.microsoft.com/office/drawing/2014/main" id="{FF08833C-E35D-776D-AC75-2E41983348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7">
              <a:extLst>
                <a:ext uri="{FF2B5EF4-FFF2-40B4-BE49-F238E27FC236}">
                  <a16:creationId xmlns:a16="http://schemas.microsoft.com/office/drawing/2014/main" id="{890F9338-A775-24B5-48FE-B75E1F5190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807E1619-F721-2F28-3A9B-033CA9BA21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FB92ADBC-FAC6-F399-0EE2-AE31F64BC5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40">
              <a:extLst>
                <a:ext uri="{FF2B5EF4-FFF2-40B4-BE49-F238E27FC236}">
                  <a16:creationId xmlns:a16="http://schemas.microsoft.com/office/drawing/2014/main" id="{54DE5293-A0F7-2C05-8221-8FF9B47F48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41">
              <a:extLst>
                <a:ext uri="{FF2B5EF4-FFF2-40B4-BE49-F238E27FC236}">
                  <a16:creationId xmlns:a16="http://schemas.microsoft.com/office/drawing/2014/main" id="{C592F5F7-0BC0-C9F5-EACB-A4D87AE3BA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3D8F2D9-3E17-C2C7-B63F-656EAC96D8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840" y="3159763"/>
            <a:ext cx="5330316" cy="721821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版面</a:t>
            </a:r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03B278A9-DB66-7C84-C07A-1EDFE6F363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0840" y="1727090"/>
            <a:ext cx="990235" cy="1222598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04</a:t>
            </a:r>
            <a:endParaRPr lang="zh-CN" altLang="en-US" sz="6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BC81E0-10EF-A672-C746-C2BC2621D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575" y="376644"/>
            <a:ext cx="2844241" cy="40219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1389BCA0-1CBF-3061-FCA1-4A66B310D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109" y="440107"/>
            <a:ext cx="2745494" cy="38823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7D30B8D-2CC4-3717-5D48-CA4BBDDD97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623" y="2825364"/>
            <a:ext cx="2745494" cy="3882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40564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4919-DB49-E89D-4F54-0C747E69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1D93DF2-4267-664F-FEDA-75177DB2681B}"/>
              </a:ext>
            </a:extLst>
          </p:cNvPr>
          <p:cNvGrpSpPr/>
          <p:nvPr/>
        </p:nvGrpSpPr>
        <p:grpSpPr>
          <a:xfrm>
            <a:off x="10451803" y="5261146"/>
            <a:ext cx="2426667" cy="2239565"/>
            <a:chOff x="4038600" y="2259880"/>
            <a:chExt cx="2647060" cy="2669747"/>
          </a:xfrm>
          <a:solidFill>
            <a:srgbClr val="A6A6A6">
              <a:alpha val="20000"/>
            </a:srgbClr>
          </a:solidFill>
        </p:grpSpPr>
        <p:sp>
          <p:nvSpPr>
            <p:cNvPr id="6" name="Freeform 105">
              <a:extLst>
                <a:ext uri="{FF2B5EF4-FFF2-40B4-BE49-F238E27FC236}">
                  <a16:creationId xmlns:a16="http://schemas.microsoft.com/office/drawing/2014/main" id="{F607C37A-0A1A-A05A-305B-B5E406F5F9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038600" y="2259880"/>
              <a:ext cx="2647060" cy="2669747"/>
            </a:xfrm>
            <a:custGeom>
              <a:avLst/>
              <a:gdLst>
                <a:gd name="T0" fmla="*/ 142 w 283"/>
                <a:gd name="T1" fmla="*/ 0 h 283"/>
                <a:gd name="T2" fmla="*/ 283 w 283"/>
                <a:gd name="T3" fmla="*/ 142 h 283"/>
                <a:gd name="T4" fmla="*/ 142 w 283"/>
                <a:gd name="T5" fmla="*/ 283 h 283"/>
                <a:gd name="T6" fmla="*/ 0 w 283"/>
                <a:gd name="T7" fmla="*/ 142 h 283"/>
                <a:gd name="T8" fmla="*/ 142 w 283"/>
                <a:gd name="T9" fmla="*/ 0 h 283"/>
                <a:gd name="T10" fmla="*/ 142 w 283"/>
                <a:gd name="T11" fmla="*/ 6 h 283"/>
                <a:gd name="T12" fmla="*/ 6 w 283"/>
                <a:gd name="T13" fmla="*/ 142 h 283"/>
                <a:gd name="T14" fmla="*/ 142 w 283"/>
                <a:gd name="T15" fmla="*/ 277 h 283"/>
                <a:gd name="T16" fmla="*/ 278 w 283"/>
                <a:gd name="T17" fmla="*/ 142 h 283"/>
                <a:gd name="T18" fmla="*/ 142 w 283"/>
                <a:gd name="T19" fmla="*/ 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" h="283">
                  <a:moveTo>
                    <a:pt x="142" y="0"/>
                  </a:moveTo>
                  <a:cubicBezTo>
                    <a:pt x="220" y="0"/>
                    <a:pt x="283" y="64"/>
                    <a:pt x="283" y="142"/>
                  </a:cubicBezTo>
                  <a:cubicBezTo>
                    <a:pt x="283" y="219"/>
                    <a:pt x="220" y="283"/>
                    <a:pt x="142" y="283"/>
                  </a:cubicBezTo>
                  <a:cubicBezTo>
                    <a:pt x="64" y="283"/>
                    <a:pt x="0" y="219"/>
                    <a:pt x="0" y="142"/>
                  </a:cubicBezTo>
                  <a:cubicBezTo>
                    <a:pt x="0" y="64"/>
                    <a:pt x="64" y="0"/>
                    <a:pt x="142" y="0"/>
                  </a:cubicBezTo>
                  <a:moveTo>
                    <a:pt x="142" y="6"/>
                  </a:moveTo>
                  <a:cubicBezTo>
                    <a:pt x="67" y="6"/>
                    <a:pt x="6" y="67"/>
                    <a:pt x="6" y="142"/>
                  </a:cubicBezTo>
                  <a:cubicBezTo>
                    <a:pt x="6" y="216"/>
                    <a:pt x="67" y="277"/>
                    <a:pt x="142" y="277"/>
                  </a:cubicBezTo>
                  <a:cubicBezTo>
                    <a:pt x="217" y="277"/>
                    <a:pt x="278" y="216"/>
                    <a:pt x="278" y="142"/>
                  </a:cubicBezTo>
                  <a:cubicBezTo>
                    <a:pt x="278" y="67"/>
                    <a:pt x="217" y="6"/>
                    <a:pt x="14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7" name="Freeform 106">
              <a:extLst>
                <a:ext uri="{FF2B5EF4-FFF2-40B4-BE49-F238E27FC236}">
                  <a16:creationId xmlns:a16="http://schemas.microsoft.com/office/drawing/2014/main" id="{9937A5C6-503E-2C3B-92B3-E9B8F807FE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636079" y="2857359"/>
              <a:ext cx="1459664" cy="1308403"/>
            </a:xfrm>
            <a:custGeom>
              <a:avLst/>
              <a:gdLst>
                <a:gd name="T0" fmla="*/ 28 w 156"/>
                <a:gd name="T1" fmla="*/ 139 h 139"/>
                <a:gd name="T2" fmla="*/ 7 w 156"/>
                <a:gd name="T3" fmla="*/ 112 h 139"/>
                <a:gd name="T4" fmla="*/ 0 w 156"/>
                <a:gd name="T5" fmla="*/ 79 h 139"/>
                <a:gd name="T6" fmla="*/ 78 w 156"/>
                <a:gd name="T7" fmla="*/ 0 h 139"/>
                <a:gd name="T8" fmla="*/ 156 w 156"/>
                <a:gd name="T9" fmla="*/ 79 h 139"/>
                <a:gd name="T10" fmla="*/ 149 w 156"/>
                <a:gd name="T11" fmla="*/ 112 h 139"/>
                <a:gd name="T12" fmla="*/ 128 w 156"/>
                <a:gd name="T13" fmla="*/ 139 h 139"/>
                <a:gd name="T14" fmla="*/ 126 w 156"/>
                <a:gd name="T15" fmla="*/ 137 h 139"/>
                <a:gd name="T16" fmla="*/ 146 w 156"/>
                <a:gd name="T17" fmla="*/ 111 h 139"/>
                <a:gd name="T18" fmla="*/ 153 w 156"/>
                <a:gd name="T19" fmla="*/ 79 h 139"/>
                <a:gd name="T20" fmla="*/ 78 w 156"/>
                <a:gd name="T21" fmla="*/ 3 h 139"/>
                <a:gd name="T22" fmla="*/ 3 w 156"/>
                <a:gd name="T23" fmla="*/ 79 h 139"/>
                <a:gd name="T24" fmla="*/ 10 w 156"/>
                <a:gd name="T25" fmla="*/ 111 h 139"/>
                <a:gd name="T26" fmla="*/ 30 w 156"/>
                <a:gd name="T27" fmla="*/ 137 h 139"/>
                <a:gd name="T28" fmla="*/ 28 w 156"/>
                <a:gd name="T2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6" h="139">
                  <a:moveTo>
                    <a:pt x="28" y="139"/>
                  </a:moveTo>
                  <a:cubicBezTo>
                    <a:pt x="19" y="132"/>
                    <a:pt x="12" y="122"/>
                    <a:pt x="7" y="112"/>
                  </a:cubicBezTo>
                  <a:cubicBezTo>
                    <a:pt x="2" y="102"/>
                    <a:pt x="0" y="90"/>
                    <a:pt x="0" y="79"/>
                  </a:cubicBezTo>
                  <a:cubicBezTo>
                    <a:pt x="0" y="36"/>
                    <a:pt x="35" y="0"/>
                    <a:pt x="78" y="0"/>
                  </a:cubicBezTo>
                  <a:cubicBezTo>
                    <a:pt x="121" y="0"/>
                    <a:pt x="156" y="36"/>
                    <a:pt x="156" y="79"/>
                  </a:cubicBezTo>
                  <a:cubicBezTo>
                    <a:pt x="156" y="90"/>
                    <a:pt x="153" y="102"/>
                    <a:pt x="149" y="112"/>
                  </a:cubicBezTo>
                  <a:cubicBezTo>
                    <a:pt x="144" y="122"/>
                    <a:pt x="136" y="132"/>
                    <a:pt x="128" y="139"/>
                  </a:cubicBezTo>
                  <a:cubicBezTo>
                    <a:pt x="126" y="137"/>
                    <a:pt x="126" y="137"/>
                    <a:pt x="126" y="137"/>
                  </a:cubicBezTo>
                  <a:cubicBezTo>
                    <a:pt x="134" y="130"/>
                    <a:pt x="141" y="121"/>
                    <a:pt x="146" y="111"/>
                  </a:cubicBezTo>
                  <a:cubicBezTo>
                    <a:pt x="151" y="101"/>
                    <a:pt x="153" y="90"/>
                    <a:pt x="153" y="79"/>
                  </a:cubicBezTo>
                  <a:cubicBezTo>
                    <a:pt x="153" y="37"/>
                    <a:pt x="119" y="3"/>
                    <a:pt x="78" y="3"/>
                  </a:cubicBezTo>
                  <a:cubicBezTo>
                    <a:pt x="36" y="3"/>
                    <a:pt x="3" y="37"/>
                    <a:pt x="3" y="79"/>
                  </a:cubicBezTo>
                  <a:cubicBezTo>
                    <a:pt x="3" y="90"/>
                    <a:pt x="5" y="101"/>
                    <a:pt x="10" y="111"/>
                  </a:cubicBezTo>
                  <a:cubicBezTo>
                    <a:pt x="14" y="121"/>
                    <a:pt x="21" y="130"/>
                    <a:pt x="30" y="137"/>
                  </a:cubicBezTo>
                  <a:lnTo>
                    <a:pt x="28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8" name="Freeform 107">
              <a:extLst>
                <a:ext uri="{FF2B5EF4-FFF2-40B4-BE49-F238E27FC236}">
                  <a16:creationId xmlns:a16="http://schemas.microsoft.com/office/drawing/2014/main" id="{01782B99-FFBB-4559-BDB5-D944ED52AD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74734" y="3825426"/>
              <a:ext cx="302521" cy="219328"/>
            </a:xfrm>
            <a:custGeom>
              <a:avLst/>
              <a:gdLst>
                <a:gd name="T0" fmla="*/ 8 w 40"/>
                <a:gd name="T1" fmla="*/ 29 h 29"/>
                <a:gd name="T2" fmla="*/ 0 w 40"/>
                <a:gd name="T3" fmla="*/ 10 h 29"/>
                <a:gd name="T4" fmla="*/ 4 w 40"/>
                <a:gd name="T5" fmla="*/ 9 h 29"/>
                <a:gd name="T6" fmla="*/ 35 w 40"/>
                <a:gd name="T7" fmla="*/ 14 h 29"/>
                <a:gd name="T8" fmla="*/ 30 w 40"/>
                <a:gd name="T9" fmla="*/ 1 h 29"/>
                <a:gd name="T10" fmla="*/ 34 w 40"/>
                <a:gd name="T11" fmla="*/ 0 h 29"/>
                <a:gd name="T12" fmla="*/ 40 w 40"/>
                <a:gd name="T13" fmla="*/ 16 h 29"/>
                <a:gd name="T14" fmla="*/ 36 w 40"/>
                <a:gd name="T15" fmla="*/ 17 h 29"/>
                <a:gd name="T16" fmla="*/ 7 w 40"/>
                <a:gd name="T17" fmla="*/ 14 h 29"/>
                <a:gd name="T18" fmla="*/ 12 w 40"/>
                <a:gd name="T19" fmla="*/ 27 h 29"/>
                <a:gd name="T20" fmla="*/ 8 w 40"/>
                <a:gd name="T2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9">
                  <a:moveTo>
                    <a:pt x="8" y="29"/>
                  </a:moveTo>
                  <a:lnTo>
                    <a:pt x="0" y="10"/>
                  </a:lnTo>
                  <a:lnTo>
                    <a:pt x="4" y="9"/>
                  </a:lnTo>
                  <a:lnTo>
                    <a:pt x="35" y="14"/>
                  </a:lnTo>
                  <a:lnTo>
                    <a:pt x="30" y="1"/>
                  </a:lnTo>
                  <a:lnTo>
                    <a:pt x="34" y="0"/>
                  </a:lnTo>
                  <a:lnTo>
                    <a:pt x="40" y="16"/>
                  </a:lnTo>
                  <a:lnTo>
                    <a:pt x="36" y="17"/>
                  </a:lnTo>
                  <a:lnTo>
                    <a:pt x="7" y="14"/>
                  </a:lnTo>
                  <a:lnTo>
                    <a:pt x="12" y="27"/>
                  </a:lnTo>
                  <a:lnTo>
                    <a:pt x="8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9" name="Freeform 108">
              <a:extLst>
                <a:ext uri="{FF2B5EF4-FFF2-40B4-BE49-F238E27FC236}">
                  <a16:creationId xmlns:a16="http://schemas.microsoft.com/office/drawing/2014/main" id="{8F374CB5-A7AD-A0A4-0AEE-7DABE08EBF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65491" y="3984249"/>
              <a:ext cx="287395" cy="234454"/>
            </a:xfrm>
            <a:custGeom>
              <a:avLst/>
              <a:gdLst>
                <a:gd name="T0" fmla="*/ 7 w 38"/>
                <a:gd name="T1" fmla="*/ 31 h 31"/>
                <a:gd name="T2" fmla="*/ 6 w 38"/>
                <a:gd name="T3" fmla="*/ 28 h 31"/>
                <a:gd name="T4" fmla="*/ 19 w 38"/>
                <a:gd name="T5" fmla="*/ 21 h 31"/>
                <a:gd name="T6" fmla="*/ 14 w 38"/>
                <a:gd name="T7" fmla="*/ 11 h 31"/>
                <a:gd name="T8" fmla="*/ 1 w 38"/>
                <a:gd name="T9" fmla="*/ 19 h 31"/>
                <a:gd name="T10" fmla="*/ 0 w 38"/>
                <a:gd name="T11" fmla="*/ 15 h 31"/>
                <a:gd name="T12" fmla="*/ 29 w 38"/>
                <a:gd name="T13" fmla="*/ 0 h 31"/>
                <a:gd name="T14" fmla="*/ 32 w 38"/>
                <a:gd name="T15" fmla="*/ 4 h 31"/>
                <a:gd name="T16" fmla="*/ 18 w 38"/>
                <a:gd name="T17" fmla="*/ 10 h 31"/>
                <a:gd name="T18" fmla="*/ 23 w 38"/>
                <a:gd name="T19" fmla="*/ 19 h 31"/>
                <a:gd name="T20" fmla="*/ 35 w 38"/>
                <a:gd name="T21" fmla="*/ 13 h 31"/>
                <a:gd name="T22" fmla="*/ 38 w 38"/>
                <a:gd name="T23" fmla="*/ 16 h 31"/>
                <a:gd name="T24" fmla="*/ 7 w 38"/>
                <a:gd name="T25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1">
                  <a:moveTo>
                    <a:pt x="7" y="31"/>
                  </a:moveTo>
                  <a:lnTo>
                    <a:pt x="6" y="28"/>
                  </a:lnTo>
                  <a:lnTo>
                    <a:pt x="19" y="21"/>
                  </a:lnTo>
                  <a:lnTo>
                    <a:pt x="14" y="11"/>
                  </a:lnTo>
                  <a:lnTo>
                    <a:pt x="1" y="19"/>
                  </a:lnTo>
                  <a:lnTo>
                    <a:pt x="0" y="15"/>
                  </a:lnTo>
                  <a:lnTo>
                    <a:pt x="29" y="0"/>
                  </a:lnTo>
                  <a:lnTo>
                    <a:pt x="32" y="4"/>
                  </a:lnTo>
                  <a:lnTo>
                    <a:pt x="18" y="10"/>
                  </a:lnTo>
                  <a:lnTo>
                    <a:pt x="23" y="19"/>
                  </a:lnTo>
                  <a:lnTo>
                    <a:pt x="35" y="13"/>
                  </a:lnTo>
                  <a:lnTo>
                    <a:pt x="38" y="16"/>
                  </a:lnTo>
                  <a:lnTo>
                    <a:pt x="7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0" name="Freeform 109">
              <a:extLst>
                <a:ext uri="{FF2B5EF4-FFF2-40B4-BE49-F238E27FC236}">
                  <a16:creationId xmlns:a16="http://schemas.microsoft.com/office/drawing/2014/main" id="{6E6748AB-597A-D6B7-3ED4-BE04CE452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8684" y="4120384"/>
              <a:ext cx="287395" cy="249580"/>
            </a:xfrm>
            <a:custGeom>
              <a:avLst/>
              <a:gdLst>
                <a:gd name="T0" fmla="*/ 11 w 38"/>
                <a:gd name="T1" fmla="*/ 33 h 33"/>
                <a:gd name="T2" fmla="*/ 0 w 38"/>
                <a:gd name="T3" fmla="*/ 18 h 33"/>
                <a:gd name="T4" fmla="*/ 28 w 38"/>
                <a:gd name="T5" fmla="*/ 0 h 33"/>
                <a:gd name="T6" fmla="*/ 38 w 38"/>
                <a:gd name="T7" fmla="*/ 15 h 33"/>
                <a:gd name="T8" fmla="*/ 36 w 38"/>
                <a:gd name="T9" fmla="*/ 17 h 33"/>
                <a:gd name="T10" fmla="*/ 27 w 38"/>
                <a:gd name="T11" fmla="*/ 6 h 33"/>
                <a:gd name="T12" fmla="*/ 18 w 38"/>
                <a:gd name="T13" fmla="*/ 11 h 33"/>
                <a:gd name="T14" fmla="*/ 26 w 38"/>
                <a:gd name="T15" fmla="*/ 21 h 33"/>
                <a:gd name="T16" fmla="*/ 23 w 38"/>
                <a:gd name="T17" fmla="*/ 23 h 33"/>
                <a:gd name="T18" fmla="*/ 16 w 38"/>
                <a:gd name="T19" fmla="*/ 13 h 33"/>
                <a:gd name="T20" fmla="*/ 6 w 38"/>
                <a:gd name="T21" fmla="*/ 20 h 33"/>
                <a:gd name="T22" fmla="*/ 13 w 38"/>
                <a:gd name="T23" fmla="*/ 31 h 33"/>
                <a:gd name="T24" fmla="*/ 11 w 38"/>
                <a:gd name="T2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8" h="33">
                  <a:moveTo>
                    <a:pt x="11" y="33"/>
                  </a:moveTo>
                  <a:lnTo>
                    <a:pt x="0" y="18"/>
                  </a:lnTo>
                  <a:lnTo>
                    <a:pt x="28" y="0"/>
                  </a:lnTo>
                  <a:lnTo>
                    <a:pt x="38" y="15"/>
                  </a:lnTo>
                  <a:lnTo>
                    <a:pt x="36" y="17"/>
                  </a:lnTo>
                  <a:lnTo>
                    <a:pt x="27" y="6"/>
                  </a:lnTo>
                  <a:lnTo>
                    <a:pt x="18" y="11"/>
                  </a:lnTo>
                  <a:lnTo>
                    <a:pt x="26" y="21"/>
                  </a:lnTo>
                  <a:lnTo>
                    <a:pt x="23" y="23"/>
                  </a:lnTo>
                  <a:lnTo>
                    <a:pt x="16" y="13"/>
                  </a:lnTo>
                  <a:lnTo>
                    <a:pt x="6" y="20"/>
                  </a:lnTo>
                  <a:lnTo>
                    <a:pt x="13" y="31"/>
                  </a:lnTo>
                  <a:lnTo>
                    <a:pt x="1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1" name="Freeform 110">
              <a:extLst>
                <a:ext uri="{FF2B5EF4-FFF2-40B4-BE49-F238E27FC236}">
                  <a16:creationId xmlns:a16="http://schemas.microsoft.com/office/drawing/2014/main" id="{66B020CA-3364-917D-AC16-104EE08DD1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583138" y="4332148"/>
              <a:ext cx="181513" cy="219328"/>
            </a:xfrm>
            <a:custGeom>
              <a:avLst/>
              <a:gdLst>
                <a:gd name="T0" fmla="*/ 3 w 24"/>
                <a:gd name="T1" fmla="*/ 29 h 29"/>
                <a:gd name="T2" fmla="*/ 0 w 24"/>
                <a:gd name="T3" fmla="*/ 26 h 29"/>
                <a:gd name="T4" fmla="*/ 21 w 24"/>
                <a:gd name="T5" fmla="*/ 0 h 29"/>
                <a:gd name="T6" fmla="*/ 24 w 24"/>
                <a:gd name="T7" fmla="*/ 3 h 29"/>
                <a:gd name="T8" fmla="*/ 3 w 24"/>
                <a:gd name="T9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9">
                  <a:moveTo>
                    <a:pt x="3" y="29"/>
                  </a:moveTo>
                  <a:lnTo>
                    <a:pt x="0" y="26"/>
                  </a:lnTo>
                  <a:lnTo>
                    <a:pt x="21" y="0"/>
                  </a:lnTo>
                  <a:lnTo>
                    <a:pt x="24" y="3"/>
                  </a:lnTo>
                  <a:lnTo>
                    <a:pt x="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2" name="Freeform 111">
              <a:extLst>
                <a:ext uri="{FF2B5EF4-FFF2-40B4-BE49-F238E27FC236}">
                  <a16:creationId xmlns:a16="http://schemas.microsoft.com/office/drawing/2014/main" id="{B3A40538-A5F0-AC55-35E8-608CE531D1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43642" y="4392652"/>
              <a:ext cx="219328" cy="264706"/>
            </a:xfrm>
            <a:custGeom>
              <a:avLst/>
              <a:gdLst>
                <a:gd name="T0" fmla="*/ 11 w 29"/>
                <a:gd name="T1" fmla="*/ 32 h 35"/>
                <a:gd name="T2" fmla="*/ 16 w 29"/>
                <a:gd name="T3" fmla="*/ 23 h 35"/>
                <a:gd name="T4" fmla="*/ 11 w 29"/>
                <a:gd name="T5" fmla="*/ 20 h 35"/>
                <a:gd name="T6" fmla="*/ 3 w 29"/>
                <a:gd name="T7" fmla="*/ 27 h 35"/>
                <a:gd name="T8" fmla="*/ 0 w 29"/>
                <a:gd name="T9" fmla="*/ 25 h 35"/>
                <a:gd name="T10" fmla="*/ 24 w 29"/>
                <a:gd name="T11" fmla="*/ 0 h 35"/>
                <a:gd name="T12" fmla="*/ 29 w 29"/>
                <a:gd name="T13" fmla="*/ 2 h 35"/>
                <a:gd name="T14" fmla="*/ 16 w 29"/>
                <a:gd name="T15" fmla="*/ 35 h 35"/>
                <a:gd name="T16" fmla="*/ 11 w 29"/>
                <a:gd name="T17" fmla="*/ 32 h 35"/>
                <a:gd name="T18" fmla="*/ 19 w 29"/>
                <a:gd name="T19" fmla="*/ 18 h 35"/>
                <a:gd name="T20" fmla="*/ 24 w 29"/>
                <a:gd name="T21" fmla="*/ 7 h 35"/>
                <a:gd name="T22" fmla="*/ 23 w 29"/>
                <a:gd name="T23" fmla="*/ 6 h 35"/>
                <a:gd name="T24" fmla="*/ 14 w 29"/>
                <a:gd name="T25" fmla="*/ 16 h 35"/>
                <a:gd name="T26" fmla="*/ 19 w 29"/>
                <a:gd name="T27" fmla="*/ 1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11" y="32"/>
                  </a:moveTo>
                  <a:lnTo>
                    <a:pt x="16" y="23"/>
                  </a:lnTo>
                  <a:lnTo>
                    <a:pt x="11" y="20"/>
                  </a:lnTo>
                  <a:lnTo>
                    <a:pt x="3" y="27"/>
                  </a:lnTo>
                  <a:lnTo>
                    <a:pt x="0" y="25"/>
                  </a:lnTo>
                  <a:lnTo>
                    <a:pt x="24" y="0"/>
                  </a:lnTo>
                  <a:lnTo>
                    <a:pt x="29" y="2"/>
                  </a:lnTo>
                  <a:lnTo>
                    <a:pt x="16" y="35"/>
                  </a:lnTo>
                  <a:lnTo>
                    <a:pt x="11" y="32"/>
                  </a:lnTo>
                  <a:close/>
                  <a:moveTo>
                    <a:pt x="19" y="18"/>
                  </a:moveTo>
                  <a:lnTo>
                    <a:pt x="24" y="7"/>
                  </a:lnTo>
                  <a:lnTo>
                    <a:pt x="23" y="6"/>
                  </a:lnTo>
                  <a:lnTo>
                    <a:pt x="14" y="16"/>
                  </a:lnTo>
                  <a:lnTo>
                    <a:pt x="1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3" name="Freeform 112">
              <a:extLst>
                <a:ext uri="{FF2B5EF4-FFF2-40B4-BE49-F238E27FC236}">
                  <a16:creationId xmlns:a16="http://schemas.microsoft.com/office/drawing/2014/main" id="{BD25ECFE-2531-45A1-AA9B-FE8D41301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903" y="4438031"/>
              <a:ext cx="242017" cy="294958"/>
            </a:xfrm>
            <a:custGeom>
              <a:avLst/>
              <a:gdLst>
                <a:gd name="T0" fmla="*/ 16 w 32"/>
                <a:gd name="T1" fmla="*/ 39 h 39"/>
                <a:gd name="T2" fmla="*/ 13 w 32"/>
                <a:gd name="T3" fmla="*/ 36 h 39"/>
                <a:gd name="T4" fmla="*/ 15 w 32"/>
                <a:gd name="T5" fmla="*/ 12 h 39"/>
                <a:gd name="T6" fmla="*/ 5 w 32"/>
                <a:gd name="T7" fmla="*/ 32 h 39"/>
                <a:gd name="T8" fmla="*/ 0 w 32"/>
                <a:gd name="T9" fmla="*/ 30 h 39"/>
                <a:gd name="T10" fmla="*/ 16 w 32"/>
                <a:gd name="T11" fmla="*/ 0 h 39"/>
                <a:gd name="T12" fmla="*/ 20 w 32"/>
                <a:gd name="T13" fmla="*/ 1 h 39"/>
                <a:gd name="T14" fmla="*/ 19 w 32"/>
                <a:gd name="T15" fmla="*/ 25 h 39"/>
                <a:gd name="T16" fmla="*/ 29 w 32"/>
                <a:gd name="T17" fmla="*/ 5 h 39"/>
                <a:gd name="T18" fmla="*/ 32 w 32"/>
                <a:gd name="T19" fmla="*/ 7 h 39"/>
                <a:gd name="T20" fmla="*/ 16 w 32"/>
                <a:gd name="T21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39">
                  <a:moveTo>
                    <a:pt x="16" y="39"/>
                  </a:moveTo>
                  <a:lnTo>
                    <a:pt x="13" y="36"/>
                  </a:lnTo>
                  <a:lnTo>
                    <a:pt x="15" y="12"/>
                  </a:lnTo>
                  <a:lnTo>
                    <a:pt x="5" y="32"/>
                  </a:lnTo>
                  <a:lnTo>
                    <a:pt x="0" y="30"/>
                  </a:lnTo>
                  <a:lnTo>
                    <a:pt x="16" y="0"/>
                  </a:lnTo>
                  <a:lnTo>
                    <a:pt x="20" y="1"/>
                  </a:lnTo>
                  <a:lnTo>
                    <a:pt x="19" y="25"/>
                  </a:lnTo>
                  <a:lnTo>
                    <a:pt x="29" y="5"/>
                  </a:lnTo>
                  <a:lnTo>
                    <a:pt x="32" y="7"/>
                  </a:lnTo>
                  <a:lnTo>
                    <a:pt x="16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4" name="Freeform 113">
              <a:extLst>
                <a:ext uri="{FF2B5EF4-FFF2-40B4-BE49-F238E27FC236}">
                  <a16:creationId xmlns:a16="http://schemas.microsoft.com/office/drawing/2014/main" id="{A948565F-C528-52D2-6DD7-852C86E28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3978" y="4506098"/>
              <a:ext cx="173950" cy="272269"/>
            </a:xfrm>
            <a:custGeom>
              <a:avLst/>
              <a:gdLst>
                <a:gd name="T0" fmla="*/ 12 w 19"/>
                <a:gd name="T1" fmla="*/ 29 h 29"/>
                <a:gd name="T2" fmla="*/ 10 w 19"/>
                <a:gd name="T3" fmla="*/ 29 h 29"/>
                <a:gd name="T4" fmla="*/ 10 w 19"/>
                <a:gd name="T5" fmla="*/ 26 h 29"/>
                <a:gd name="T6" fmla="*/ 8 w 19"/>
                <a:gd name="T7" fmla="*/ 27 h 29"/>
                <a:gd name="T8" fmla="*/ 5 w 19"/>
                <a:gd name="T9" fmla="*/ 27 h 29"/>
                <a:gd name="T10" fmla="*/ 1 w 19"/>
                <a:gd name="T11" fmla="*/ 23 h 29"/>
                <a:gd name="T12" fmla="*/ 1 w 19"/>
                <a:gd name="T13" fmla="*/ 13 h 29"/>
                <a:gd name="T14" fmla="*/ 6 w 19"/>
                <a:gd name="T15" fmla="*/ 3 h 29"/>
                <a:gd name="T16" fmla="*/ 14 w 19"/>
                <a:gd name="T17" fmla="*/ 1 h 29"/>
                <a:gd name="T18" fmla="*/ 18 w 19"/>
                <a:gd name="T19" fmla="*/ 11 h 29"/>
                <a:gd name="T20" fmla="*/ 15 w 19"/>
                <a:gd name="T21" fmla="*/ 11 h 29"/>
                <a:gd name="T22" fmla="*/ 13 w 19"/>
                <a:gd name="T23" fmla="*/ 4 h 29"/>
                <a:gd name="T24" fmla="*/ 8 w 19"/>
                <a:gd name="T25" fmla="*/ 6 h 29"/>
                <a:gd name="T26" fmla="*/ 5 w 19"/>
                <a:gd name="T27" fmla="*/ 14 h 29"/>
                <a:gd name="T28" fmla="*/ 4 w 19"/>
                <a:gd name="T29" fmla="*/ 21 h 29"/>
                <a:gd name="T30" fmla="*/ 6 w 19"/>
                <a:gd name="T31" fmla="*/ 24 h 29"/>
                <a:gd name="T32" fmla="*/ 9 w 19"/>
                <a:gd name="T33" fmla="*/ 24 h 29"/>
                <a:gd name="T34" fmla="*/ 12 w 19"/>
                <a:gd name="T35" fmla="*/ 20 h 29"/>
                <a:gd name="T36" fmla="*/ 12 w 19"/>
                <a:gd name="T37" fmla="*/ 18 h 29"/>
                <a:gd name="T38" fmla="*/ 8 w 19"/>
                <a:gd name="T39" fmla="*/ 17 h 29"/>
                <a:gd name="T40" fmla="*/ 9 w 19"/>
                <a:gd name="T41" fmla="*/ 14 h 29"/>
                <a:gd name="T42" fmla="*/ 16 w 19"/>
                <a:gd name="T43" fmla="*/ 17 h 29"/>
                <a:gd name="T44" fmla="*/ 12 w 19"/>
                <a:gd name="T45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29">
                  <a:moveTo>
                    <a:pt x="12" y="29"/>
                  </a:moveTo>
                  <a:cubicBezTo>
                    <a:pt x="10" y="29"/>
                    <a:pt x="10" y="29"/>
                    <a:pt x="10" y="29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9" y="27"/>
                    <a:pt x="9" y="27"/>
                    <a:pt x="8" y="27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3" y="26"/>
                    <a:pt x="2" y="25"/>
                    <a:pt x="1" y="23"/>
                  </a:cubicBezTo>
                  <a:cubicBezTo>
                    <a:pt x="0" y="20"/>
                    <a:pt x="0" y="17"/>
                    <a:pt x="1" y="13"/>
                  </a:cubicBezTo>
                  <a:cubicBezTo>
                    <a:pt x="3" y="8"/>
                    <a:pt x="4" y="5"/>
                    <a:pt x="6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7" y="2"/>
                    <a:pt x="19" y="6"/>
                    <a:pt x="18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6" y="9"/>
                    <a:pt x="15" y="5"/>
                    <a:pt x="13" y="4"/>
                  </a:cubicBezTo>
                  <a:cubicBezTo>
                    <a:pt x="11" y="4"/>
                    <a:pt x="9" y="4"/>
                    <a:pt x="8" y="6"/>
                  </a:cubicBezTo>
                  <a:cubicBezTo>
                    <a:pt x="7" y="7"/>
                    <a:pt x="6" y="10"/>
                    <a:pt x="5" y="14"/>
                  </a:cubicBezTo>
                  <a:cubicBezTo>
                    <a:pt x="4" y="17"/>
                    <a:pt x="3" y="20"/>
                    <a:pt x="4" y="21"/>
                  </a:cubicBezTo>
                  <a:cubicBezTo>
                    <a:pt x="4" y="23"/>
                    <a:pt x="5" y="24"/>
                    <a:pt x="6" y="24"/>
                  </a:cubicBezTo>
                  <a:cubicBezTo>
                    <a:pt x="7" y="25"/>
                    <a:pt x="9" y="25"/>
                    <a:pt x="9" y="24"/>
                  </a:cubicBezTo>
                  <a:cubicBezTo>
                    <a:pt x="10" y="23"/>
                    <a:pt x="11" y="22"/>
                    <a:pt x="12" y="20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6" y="17"/>
                    <a:pt x="16" y="17"/>
                    <a:pt x="16" y="17"/>
                  </a:cubicBezTo>
                  <a:lnTo>
                    <a:pt x="12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5" name="Freeform 114">
              <a:extLst>
                <a:ext uri="{FF2B5EF4-FFF2-40B4-BE49-F238E27FC236}">
                  <a16:creationId xmlns:a16="http://schemas.microsoft.com/office/drawing/2014/main" id="{2BAF0709-74AA-98C0-A8E3-5AAACAC1D9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01626" y="4543913"/>
              <a:ext cx="143698" cy="249580"/>
            </a:xfrm>
            <a:custGeom>
              <a:avLst/>
              <a:gdLst>
                <a:gd name="T0" fmla="*/ 15 w 15"/>
                <a:gd name="T1" fmla="*/ 19 h 27"/>
                <a:gd name="T2" fmla="*/ 13 w 15"/>
                <a:gd name="T3" fmla="*/ 25 h 27"/>
                <a:gd name="T4" fmla="*/ 7 w 15"/>
                <a:gd name="T5" fmla="*/ 27 h 27"/>
                <a:gd name="T6" fmla="*/ 1 w 15"/>
                <a:gd name="T7" fmla="*/ 25 h 27"/>
                <a:gd name="T8" fmla="*/ 0 w 15"/>
                <a:gd name="T9" fmla="*/ 19 h 27"/>
                <a:gd name="T10" fmla="*/ 0 w 15"/>
                <a:gd name="T11" fmla="*/ 0 h 27"/>
                <a:gd name="T12" fmla="*/ 4 w 15"/>
                <a:gd name="T13" fmla="*/ 0 h 27"/>
                <a:gd name="T14" fmla="*/ 3 w 15"/>
                <a:gd name="T15" fmla="*/ 19 h 27"/>
                <a:gd name="T16" fmla="*/ 4 w 15"/>
                <a:gd name="T17" fmla="*/ 23 h 27"/>
                <a:gd name="T18" fmla="*/ 7 w 15"/>
                <a:gd name="T19" fmla="*/ 24 h 27"/>
                <a:gd name="T20" fmla="*/ 10 w 15"/>
                <a:gd name="T21" fmla="*/ 23 h 27"/>
                <a:gd name="T22" fmla="*/ 11 w 15"/>
                <a:gd name="T23" fmla="*/ 19 h 27"/>
                <a:gd name="T24" fmla="*/ 12 w 15"/>
                <a:gd name="T25" fmla="*/ 0 h 27"/>
                <a:gd name="T26" fmla="*/ 15 w 15"/>
                <a:gd name="T27" fmla="*/ 0 h 27"/>
                <a:gd name="T28" fmla="*/ 15 w 15"/>
                <a:gd name="T29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27">
                  <a:moveTo>
                    <a:pt x="15" y="19"/>
                  </a:moveTo>
                  <a:cubicBezTo>
                    <a:pt x="15" y="22"/>
                    <a:pt x="14" y="24"/>
                    <a:pt x="13" y="25"/>
                  </a:cubicBezTo>
                  <a:cubicBezTo>
                    <a:pt x="11" y="27"/>
                    <a:pt x="10" y="27"/>
                    <a:pt x="7" y="27"/>
                  </a:cubicBezTo>
                  <a:cubicBezTo>
                    <a:pt x="4" y="27"/>
                    <a:pt x="2" y="26"/>
                    <a:pt x="1" y="25"/>
                  </a:cubicBezTo>
                  <a:cubicBezTo>
                    <a:pt x="0" y="23"/>
                    <a:pt x="0" y="21"/>
                    <a:pt x="0" y="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21"/>
                    <a:pt x="3" y="22"/>
                    <a:pt x="4" y="23"/>
                  </a:cubicBezTo>
                  <a:cubicBezTo>
                    <a:pt x="5" y="24"/>
                    <a:pt x="6" y="24"/>
                    <a:pt x="7" y="24"/>
                  </a:cubicBezTo>
                  <a:cubicBezTo>
                    <a:pt x="8" y="24"/>
                    <a:pt x="9" y="24"/>
                    <a:pt x="10" y="23"/>
                  </a:cubicBezTo>
                  <a:cubicBezTo>
                    <a:pt x="11" y="22"/>
                    <a:pt x="11" y="21"/>
                    <a:pt x="11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0"/>
                    <a:pt x="15" y="0"/>
                    <a:pt x="15" y="0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6" name="Freeform 115">
              <a:extLst>
                <a:ext uri="{FF2B5EF4-FFF2-40B4-BE49-F238E27FC236}">
                  <a16:creationId xmlns:a16="http://schemas.microsoft.com/office/drawing/2014/main" id="{28867F0F-5FA7-526F-FBDF-C4E90DB1D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0449" y="4521224"/>
              <a:ext cx="158824" cy="272269"/>
            </a:xfrm>
            <a:custGeom>
              <a:avLst/>
              <a:gdLst>
                <a:gd name="T0" fmla="*/ 21 w 21"/>
                <a:gd name="T1" fmla="*/ 33 h 36"/>
                <a:gd name="T2" fmla="*/ 17 w 21"/>
                <a:gd name="T3" fmla="*/ 34 h 36"/>
                <a:gd name="T4" fmla="*/ 5 w 21"/>
                <a:gd name="T5" fmla="*/ 11 h 36"/>
                <a:gd name="T6" fmla="*/ 8 w 21"/>
                <a:gd name="T7" fmla="*/ 35 h 36"/>
                <a:gd name="T8" fmla="*/ 3 w 21"/>
                <a:gd name="T9" fmla="*/ 36 h 36"/>
                <a:gd name="T10" fmla="*/ 0 w 21"/>
                <a:gd name="T11" fmla="*/ 3 h 36"/>
                <a:gd name="T12" fmla="*/ 5 w 21"/>
                <a:gd name="T13" fmla="*/ 1 h 36"/>
                <a:gd name="T14" fmla="*/ 15 w 21"/>
                <a:gd name="T15" fmla="*/ 18 h 36"/>
                <a:gd name="T16" fmla="*/ 12 w 21"/>
                <a:gd name="T17" fmla="*/ 0 h 36"/>
                <a:gd name="T18" fmla="*/ 16 w 21"/>
                <a:gd name="T19" fmla="*/ 0 h 36"/>
                <a:gd name="T20" fmla="*/ 21 w 21"/>
                <a:gd name="T21" fmla="*/ 3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36">
                  <a:moveTo>
                    <a:pt x="21" y="33"/>
                  </a:moveTo>
                  <a:lnTo>
                    <a:pt x="17" y="34"/>
                  </a:lnTo>
                  <a:lnTo>
                    <a:pt x="5" y="11"/>
                  </a:lnTo>
                  <a:lnTo>
                    <a:pt x="8" y="35"/>
                  </a:lnTo>
                  <a:lnTo>
                    <a:pt x="3" y="36"/>
                  </a:lnTo>
                  <a:lnTo>
                    <a:pt x="0" y="3"/>
                  </a:lnTo>
                  <a:lnTo>
                    <a:pt x="5" y="1"/>
                  </a:lnTo>
                  <a:lnTo>
                    <a:pt x="15" y="18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1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7" name="Freeform 116">
              <a:extLst>
                <a:ext uri="{FF2B5EF4-FFF2-40B4-BE49-F238E27FC236}">
                  <a16:creationId xmlns:a16="http://schemas.microsoft.com/office/drawing/2014/main" id="{E09643E8-65E2-D6B4-A569-831CFB0766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11710" y="4506098"/>
              <a:ext cx="105882" cy="249580"/>
            </a:xfrm>
            <a:custGeom>
              <a:avLst/>
              <a:gdLst>
                <a:gd name="T0" fmla="*/ 14 w 14"/>
                <a:gd name="T1" fmla="*/ 31 h 33"/>
                <a:gd name="T2" fmla="*/ 9 w 14"/>
                <a:gd name="T3" fmla="*/ 33 h 33"/>
                <a:gd name="T4" fmla="*/ 0 w 14"/>
                <a:gd name="T5" fmla="*/ 1 h 33"/>
                <a:gd name="T6" fmla="*/ 4 w 14"/>
                <a:gd name="T7" fmla="*/ 0 h 33"/>
                <a:gd name="T8" fmla="*/ 14 w 14"/>
                <a:gd name="T9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33">
                  <a:moveTo>
                    <a:pt x="14" y="31"/>
                  </a:moveTo>
                  <a:lnTo>
                    <a:pt x="9" y="33"/>
                  </a:lnTo>
                  <a:lnTo>
                    <a:pt x="0" y="1"/>
                  </a:lnTo>
                  <a:lnTo>
                    <a:pt x="4" y="0"/>
                  </a:lnTo>
                  <a:lnTo>
                    <a:pt x="1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8" name="Freeform 117">
              <a:extLst>
                <a:ext uri="{FF2B5EF4-FFF2-40B4-BE49-F238E27FC236}">
                  <a16:creationId xmlns:a16="http://schemas.microsoft.com/office/drawing/2014/main" id="{79E17BD6-DFD6-3055-4ECD-D8ABF7384B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64651" y="4438031"/>
              <a:ext cx="173950" cy="279832"/>
            </a:xfrm>
            <a:custGeom>
              <a:avLst/>
              <a:gdLst>
                <a:gd name="T0" fmla="*/ 18 w 23"/>
                <a:gd name="T1" fmla="*/ 0 h 37"/>
                <a:gd name="T2" fmla="*/ 23 w 23"/>
                <a:gd name="T3" fmla="*/ 35 h 37"/>
                <a:gd name="T4" fmla="*/ 19 w 23"/>
                <a:gd name="T5" fmla="*/ 37 h 37"/>
                <a:gd name="T6" fmla="*/ 0 w 23"/>
                <a:gd name="T7" fmla="*/ 7 h 37"/>
                <a:gd name="T8" fmla="*/ 4 w 23"/>
                <a:gd name="T9" fmla="*/ 6 h 37"/>
                <a:gd name="T10" fmla="*/ 18 w 23"/>
                <a:gd name="T11" fmla="*/ 26 h 37"/>
                <a:gd name="T12" fmla="*/ 14 w 23"/>
                <a:gd name="T13" fmla="*/ 1 h 37"/>
                <a:gd name="T14" fmla="*/ 18 w 23"/>
                <a:gd name="T15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37">
                  <a:moveTo>
                    <a:pt x="18" y="0"/>
                  </a:moveTo>
                  <a:lnTo>
                    <a:pt x="23" y="35"/>
                  </a:lnTo>
                  <a:lnTo>
                    <a:pt x="19" y="37"/>
                  </a:lnTo>
                  <a:lnTo>
                    <a:pt x="0" y="7"/>
                  </a:lnTo>
                  <a:lnTo>
                    <a:pt x="4" y="6"/>
                  </a:lnTo>
                  <a:lnTo>
                    <a:pt x="18" y="26"/>
                  </a:lnTo>
                  <a:lnTo>
                    <a:pt x="14" y="1"/>
                  </a:ln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19" name="Freeform 118">
              <a:extLst>
                <a:ext uri="{FF2B5EF4-FFF2-40B4-BE49-F238E27FC236}">
                  <a16:creationId xmlns:a16="http://schemas.microsoft.com/office/drawing/2014/main" id="{48838B47-9EF9-312A-2103-ED239A8CFA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08348" y="4369963"/>
              <a:ext cx="249580" cy="287395"/>
            </a:xfrm>
            <a:custGeom>
              <a:avLst/>
              <a:gdLst>
                <a:gd name="T0" fmla="*/ 33 w 33"/>
                <a:gd name="T1" fmla="*/ 29 h 38"/>
                <a:gd name="T2" fmla="*/ 17 w 33"/>
                <a:gd name="T3" fmla="*/ 38 h 38"/>
                <a:gd name="T4" fmla="*/ 0 w 33"/>
                <a:gd name="T5" fmla="*/ 8 h 38"/>
                <a:gd name="T6" fmla="*/ 15 w 33"/>
                <a:gd name="T7" fmla="*/ 0 h 38"/>
                <a:gd name="T8" fmla="*/ 17 w 33"/>
                <a:gd name="T9" fmla="*/ 3 h 38"/>
                <a:gd name="T10" fmla="*/ 6 w 33"/>
                <a:gd name="T11" fmla="*/ 9 h 38"/>
                <a:gd name="T12" fmla="*/ 11 w 33"/>
                <a:gd name="T13" fmla="*/ 19 h 38"/>
                <a:gd name="T14" fmla="*/ 22 w 33"/>
                <a:gd name="T15" fmla="*/ 13 h 38"/>
                <a:gd name="T16" fmla="*/ 23 w 33"/>
                <a:gd name="T17" fmla="*/ 16 h 38"/>
                <a:gd name="T18" fmla="*/ 14 w 33"/>
                <a:gd name="T19" fmla="*/ 21 h 38"/>
                <a:gd name="T20" fmla="*/ 20 w 33"/>
                <a:gd name="T21" fmla="*/ 33 h 38"/>
                <a:gd name="T22" fmla="*/ 31 w 33"/>
                <a:gd name="T23" fmla="*/ 25 h 38"/>
                <a:gd name="T24" fmla="*/ 33 w 33"/>
                <a:gd name="T25" fmla="*/ 2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8">
                  <a:moveTo>
                    <a:pt x="33" y="29"/>
                  </a:moveTo>
                  <a:lnTo>
                    <a:pt x="17" y="38"/>
                  </a:lnTo>
                  <a:lnTo>
                    <a:pt x="0" y="8"/>
                  </a:lnTo>
                  <a:lnTo>
                    <a:pt x="15" y="0"/>
                  </a:lnTo>
                  <a:lnTo>
                    <a:pt x="17" y="3"/>
                  </a:lnTo>
                  <a:lnTo>
                    <a:pt x="6" y="9"/>
                  </a:lnTo>
                  <a:lnTo>
                    <a:pt x="11" y="19"/>
                  </a:lnTo>
                  <a:lnTo>
                    <a:pt x="22" y="13"/>
                  </a:lnTo>
                  <a:lnTo>
                    <a:pt x="23" y="16"/>
                  </a:lnTo>
                  <a:lnTo>
                    <a:pt x="14" y="21"/>
                  </a:lnTo>
                  <a:lnTo>
                    <a:pt x="20" y="33"/>
                  </a:lnTo>
                  <a:lnTo>
                    <a:pt x="31" y="25"/>
                  </a:lnTo>
                  <a:lnTo>
                    <a:pt x="33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Freeform 119">
              <a:extLst>
                <a:ext uri="{FF2B5EF4-FFF2-40B4-BE49-F238E27FC236}">
                  <a16:creationId xmlns:a16="http://schemas.microsoft.com/office/drawing/2014/main" id="{E60B1CF2-8C75-B4CF-46F8-BDE4CF90A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36920" y="4309459"/>
              <a:ext cx="257143" cy="257143"/>
            </a:xfrm>
            <a:custGeom>
              <a:avLst/>
              <a:gdLst>
                <a:gd name="T0" fmla="*/ 27 w 27"/>
                <a:gd name="T1" fmla="*/ 20 h 28"/>
                <a:gd name="T2" fmla="*/ 24 w 27"/>
                <a:gd name="T3" fmla="*/ 22 h 28"/>
                <a:gd name="T4" fmla="*/ 15 w 27"/>
                <a:gd name="T5" fmla="*/ 14 h 28"/>
                <a:gd name="T6" fmla="*/ 12 w 27"/>
                <a:gd name="T7" fmla="*/ 17 h 28"/>
                <a:gd name="T8" fmla="*/ 19 w 27"/>
                <a:gd name="T9" fmla="*/ 26 h 28"/>
                <a:gd name="T10" fmla="*/ 16 w 27"/>
                <a:gd name="T11" fmla="*/ 28 h 28"/>
                <a:gd name="T12" fmla="*/ 0 w 27"/>
                <a:gd name="T13" fmla="*/ 6 h 28"/>
                <a:gd name="T14" fmla="*/ 5 w 27"/>
                <a:gd name="T15" fmla="*/ 2 h 28"/>
                <a:gd name="T16" fmla="*/ 11 w 27"/>
                <a:gd name="T17" fmla="*/ 0 h 28"/>
                <a:gd name="T18" fmla="*/ 18 w 27"/>
                <a:gd name="T19" fmla="*/ 8 h 28"/>
                <a:gd name="T20" fmla="*/ 17 w 27"/>
                <a:gd name="T21" fmla="*/ 12 h 28"/>
                <a:gd name="T22" fmla="*/ 27 w 27"/>
                <a:gd name="T23" fmla="*/ 20 h 28"/>
                <a:gd name="T24" fmla="*/ 10 w 27"/>
                <a:gd name="T25" fmla="*/ 4 h 28"/>
                <a:gd name="T26" fmla="*/ 5 w 27"/>
                <a:gd name="T27" fmla="*/ 6 h 28"/>
                <a:gd name="T28" fmla="*/ 10 w 27"/>
                <a:gd name="T29" fmla="*/ 13 h 28"/>
                <a:gd name="T30" fmla="*/ 14 w 27"/>
                <a:gd name="T31" fmla="*/ 10 h 28"/>
                <a:gd name="T32" fmla="*/ 10 w 27"/>
                <a:gd name="T33" fmla="*/ 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" h="28">
                  <a:moveTo>
                    <a:pt x="27" y="20"/>
                  </a:moveTo>
                  <a:cubicBezTo>
                    <a:pt x="24" y="22"/>
                    <a:pt x="24" y="22"/>
                    <a:pt x="24" y="22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1"/>
                    <a:pt x="9" y="0"/>
                    <a:pt x="11" y="0"/>
                  </a:cubicBezTo>
                  <a:cubicBezTo>
                    <a:pt x="16" y="1"/>
                    <a:pt x="18" y="4"/>
                    <a:pt x="18" y="8"/>
                  </a:cubicBezTo>
                  <a:cubicBezTo>
                    <a:pt x="18" y="9"/>
                    <a:pt x="18" y="11"/>
               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oveTo>
                  <a:cubicBezTo>
                    <a:pt x="8" y="3"/>
                    <a:pt x="6" y="5"/>
                    <a:pt x="5" y="6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2" y="12"/>
                    <a:pt x="12" y="12"/>
                    <a:pt x="14" y="10"/>
                  </a:cubicBezTo>
                  <a:cubicBezTo>
                    <a:pt x="14" y="7"/>
                    <a:pt x="13" y="5"/>
                    <a:pt x="10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Freeform 120">
              <a:extLst>
                <a:ext uri="{FF2B5EF4-FFF2-40B4-BE49-F238E27FC236}">
                  <a16:creationId xmlns:a16="http://schemas.microsoft.com/office/drawing/2014/main" id="{CB63DB70-FF85-D7A4-9D86-CCA4015DFD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73054" y="4196014"/>
              <a:ext cx="257143" cy="219328"/>
            </a:xfrm>
            <a:custGeom>
              <a:avLst/>
              <a:gdLst>
                <a:gd name="T0" fmla="*/ 22 w 28"/>
                <a:gd name="T1" fmla="*/ 10 h 24"/>
                <a:gd name="T2" fmla="*/ 19 w 28"/>
                <a:gd name="T3" fmla="*/ 24 h 24"/>
                <a:gd name="T4" fmla="*/ 14 w 28"/>
                <a:gd name="T5" fmla="*/ 23 h 24"/>
                <a:gd name="T6" fmla="*/ 15 w 28"/>
                <a:gd name="T7" fmla="*/ 20 h 24"/>
                <a:gd name="T8" fmla="*/ 18 w 28"/>
                <a:gd name="T9" fmla="*/ 21 h 24"/>
                <a:gd name="T10" fmla="*/ 20 w 28"/>
                <a:gd name="T11" fmla="*/ 13 h 24"/>
                <a:gd name="T12" fmla="*/ 17 w 28"/>
                <a:gd name="T13" fmla="*/ 12 h 24"/>
                <a:gd name="T14" fmla="*/ 8 w 28"/>
                <a:gd name="T15" fmla="*/ 15 h 24"/>
                <a:gd name="T16" fmla="*/ 0 w 28"/>
                <a:gd name="T17" fmla="*/ 9 h 24"/>
                <a:gd name="T18" fmla="*/ 2 w 28"/>
                <a:gd name="T19" fmla="*/ 4 h 24"/>
                <a:gd name="T20" fmla="*/ 11 w 28"/>
                <a:gd name="T21" fmla="*/ 2 h 24"/>
                <a:gd name="T22" fmla="*/ 10 w 28"/>
                <a:gd name="T23" fmla="*/ 5 h 24"/>
                <a:gd name="T24" fmla="*/ 4 w 28"/>
                <a:gd name="T25" fmla="*/ 6 h 24"/>
                <a:gd name="T26" fmla="*/ 3 w 28"/>
                <a:gd name="T27" fmla="*/ 9 h 24"/>
                <a:gd name="T28" fmla="*/ 7 w 28"/>
                <a:gd name="T29" fmla="*/ 12 h 24"/>
                <a:gd name="T30" fmla="*/ 17 w 28"/>
                <a:gd name="T31" fmla="*/ 9 h 24"/>
                <a:gd name="T32" fmla="*/ 22 w 28"/>
                <a:gd name="T33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8" h="24">
                  <a:moveTo>
                    <a:pt x="22" y="10"/>
                  </a:moveTo>
                  <a:cubicBezTo>
                    <a:pt x="28" y="13"/>
                    <a:pt x="26" y="23"/>
                    <a:pt x="19" y="24"/>
                  </a:cubicBezTo>
                  <a:cubicBezTo>
                    <a:pt x="17" y="24"/>
                    <a:pt x="15" y="24"/>
                    <a:pt x="14" y="2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7" y="21"/>
                    <a:pt x="18" y="21"/>
                  </a:cubicBezTo>
                  <a:cubicBezTo>
                    <a:pt x="23" y="20"/>
                    <a:pt x="23" y="15"/>
                    <a:pt x="20" y="13"/>
                  </a:cubicBezTo>
                  <a:cubicBezTo>
                    <a:pt x="19" y="12"/>
                    <a:pt x="18" y="12"/>
                    <a:pt x="17" y="12"/>
                  </a:cubicBezTo>
                  <a:cubicBezTo>
                    <a:pt x="13" y="13"/>
                    <a:pt x="11" y="15"/>
                    <a:pt x="8" y="15"/>
                  </a:cubicBezTo>
                  <a:cubicBezTo>
                    <a:pt x="4" y="15"/>
                    <a:pt x="1" y="13"/>
                    <a:pt x="0" y="9"/>
                  </a:cubicBezTo>
                  <a:cubicBezTo>
                    <a:pt x="0" y="7"/>
                    <a:pt x="1" y="5"/>
                    <a:pt x="2" y="4"/>
                  </a:cubicBezTo>
                  <a:cubicBezTo>
                    <a:pt x="4" y="0"/>
                    <a:pt x="8" y="0"/>
                    <a:pt x="11" y="2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8" y="4"/>
                    <a:pt x="5" y="4"/>
                    <a:pt x="4" y="6"/>
                  </a:cubicBezTo>
                  <a:cubicBezTo>
                    <a:pt x="3" y="7"/>
                    <a:pt x="3" y="8"/>
                    <a:pt x="3" y="9"/>
                  </a:cubicBezTo>
                  <a:cubicBezTo>
                    <a:pt x="4" y="11"/>
                    <a:pt x="5" y="12"/>
                    <a:pt x="7" y="12"/>
                  </a:cubicBezTo>
                  <a:cubicBezTo>
                    <a:pt x="11" y="11"/>
                    <a:pt x="13" y="8"/>
                    <a:pt x="17" y="9"/>
                  </a:cubicBezTo>
                  <a:cubicBezTo>
                    <a:pt x="18" y="9"/>
                    <a:pt x="20" y="9"/>
                    <a:pt x="22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Freeform 121">
              <a:extLst>
                <a:ext uri="{FF2B5EF4-FFF2-40B4-BE49-F238E27FC236}">
                  <a16:creationId xmlns:a16="http://schemas.microsoft.com/office/drawing/2014/main" id="{C11CA4CA-20D7-9DFC-5E6B-E4B91ACEDE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56248" y="4120384"/>
              <a:ext cx="234454" cy="158823"/>
            </a:xfrm>
            <a:custGeom>
              <a:avLst/>
              <a:gdLst>
                <a:gd name="T0" fmla="*/ 31 w 31"/>
                <a:gd name="T1" fmla="*/ 17 h 21"/>
                <a:gd name="T2" fmla="*/ 28 w 31"/>
                <a:gd name="T3" fmla="*/ 21 h 21"/>
                <a:gd name="T4" fmla="*/ 0 w 31"/>
                <a:gd name="T5" fmla="*/ 2 h 21"/>
                <a:gd name="T6" fmla="*/ 2 w 31"/>
                <a:gd name="T7" fmla="*/ 0 h 21"/>
                <a:gd name="T8" fmla="*/ 31 w 31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1">
                  <a:moveTo>
                    <a:pt x="31" y="17"/>
                  </a:moveTo>
                  <a:lnTo>
                    <a:pt x="28" y="21"/>
                  </a:lnTo>
                  <a:lnTo>
                    <a:pt x="0" y="2"/>
                  </a:lnTo>
                  <a:lnTo>
                    <a:pt x="2" y="0"/>
                  </a:lnTo>
                  <a:lnTo>
                    <a:pt x="31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Freeform 122">
              <a:extLst>
                <a:ext uri="{FF2B5EF4-FFF2-40B4-BE49-F238E27FC236}">
                  <a16:creationId xmlns:a16="http://schemas.microsoft.com/office/drawing/2014/main" id="{2E0459A1-11E3-765E-8E6B-432AA8333F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3953997"/>
              <a:ext cx="272269" cy="211765"/>
            </a:xfrm>
            <a:custGeom>
              <a:avLst/>
              <a:gdLst>
                <a:gd name="T0" fmla="*/ 11 w 36"/>
                <a:gd name="T1" fmla="*/ 3 h 28"/>
                <a:gd name="T2" fmla="*/ 8 w 36"/>
                <a:gd name="T3" fmla="*/ 9 h 28"/>
                <a:gd name="T4" fmla="*/ 36 w 36"/>
                <a:gd name="T5" fmla="*/ 25 h 28"/>
                <a:gd name="T6" fmla="*/ 33 w 36"/>
                <a:gd name="T7" fmla="*/ 28 h 28"/>
                <a:gd name="T8" fmla="*/ 6 w 36"/>
                <a:gd name="T9" fmla="*/ 13 h 28"/>
                <a:gd name="T10" fmla="*/ 3 w 36"/>
                <a:gd name="T11" fmla="*/ 18 h 28"/>
                <a:gd name="T12" fmla="*/ 0 w 36"/>
                <a:gd name="T13" fmla="*/ 17 h 28"/>
                <a:gd name="T14" fmla="*/ 7 w 36"/>
                <a:gd name="T15" fmla="*/ 0 h 28"/>
                <a:gd name="T16" fmla="*/ 11 w 36"/>
                <a:gd name="T17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28">
                  <a:moveTo>
                    <a:pt x="11" y="3"/>
                  </a:moveTo>
                  <a:lnTo>
                    <a:pt x="8" y="9"/>
                  </a:lnTo>
                  <a:lnTo>
                    <a:pt x="36" y="25"/>
                  </a:lnTo>
                  <a:lnTo>
                    <a:pt x="33" y="28"/>
                  </a:lnTo>
                  <a:lnTo>
                    <a:pt x="6" y="13"/>
                  </a:lnTo>
                  <a:lnTo>
                    <a:pt x="3" y="18"/>
                  </a:lnTo>
                  <a:lnTo>
                    <a:pt x="0" y="17"/>
                  </a:lnTo>
                  <a:lnTo>
                    <a:pt x="7" y="0"/>
                  </a:lnTo>
                  <a:lnTo>
                    <a:pt x="1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4" name="Freeform 123">
              <a:extLst>
                <a:ext uri="{FF2B5EF4-FFF2-40B4-BE49-F238E27FC236}">
                  <a16:creationId xmlns:a16="http://schemas.microsoft.com/office/drawing/2014/main" id="{8AFEEB07-D44F-AD7C-FF71-3E812808FDE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54567" y="3810300"/>
              <a:ext cx="272269" cy="173950"/>
            </a:xfrm>
            <a:custGeom>
              <a:avLst/>
              <a:gdLst>
                <a:gd name="T0" fmla="*/ 8 w 36"/>
                <a:gd name="T1" fmla="*/ 0 h 23"/>
                <a:gd name="T2" fmla="*/ 25 w 36"/>
                <a:gd name="T3" fmla="*/ 14 h 23"/>
                <a:gd name="T4" fmla="*/ 36 w 36"/>
                <a:gd name="T5" fmla="*/ 19 h 23"/>
                <a:gd name="T6" fmla="*/ 34 w 36"/>
                <a:gd name="T7" fmla="*/ 23 h 23"/>
                <a:gd name="T8" fmla="*/ 24 w 36"/>
                <a:gd name="T9" fmla="*/ 18 h 23"/>
                <a:gd name="T10" fmla="*/ 0 w 36"/>
                <a:gd name="T11" fmla="*/ 18 h 23"/>
                <a:gd name="T12" fmla="*/ 2 w 36"/>
                <a:gd name="T13" fmla="*/ 14 h 23"/>
                <a:gd name="T14" fmla="*/ 18 w 36"/>
                <a:gd name="T15" fmla="*/ 14 h 23"/>
                <a:gd name="T16" fmla="*/ 7 w 36"/>
                <a:gd name="T17" fmla="*/ 5 h 23"/>
                <a:gd name="T18" fmla="*/ 8 w 36"/>
                <a:gd name="T19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23">
                  <a:moveTo>
                    <a:pt x="8" y="0"/>
                  </a:moveTo>
                  <a:lnTo>
                    <a:pt x="25" y="14"/>
                  </a:lnTo>
                  <a:lnTo>
                    <a:pt x="36" y="19"/>
                  </a:lnTo>
                  <a:lnTo>
                    <a:pt x="34" y="23"/>
                  </a:lnTo>
                  <a:lnTo>
                    <a:pt x="24" y="18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18" y="14"/>
                  </a:lnTo>
                  <a:lnTo>
                    <a:pt x="7" y="5"/>
                  </a:ln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5" name="Freeform 124">
              <a:extLst>
                <a:ext uri="{FF2B5EF4-FFF2-40B4-BE49-F238E27FC236}">
                  <a16:creationId xmlns:a16="http://schemas.microsoft.com/office/drawing/2014/main" id="{0BDC52BC-37AF-FA31-40F2-8120E48166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462130" y="4286770"/>
              <a:ext cx="257143" cy="189076"/>
            </a:xfrm>
            <a:custGeom>
              <a:avLst/>
              <a:gdLst>
                <a:gd name="T0" fmla="*/ 14 w 28"/>
                <a:gd name="T1" fmla="*/ 16 h 20"/>
                <a:gd name="T2" fmla="*/ 8 w 28"/>
                <a:gd name="T3" fmla="*/ 20 h 20"/>
                <a:gd name="T4" fmla="*/ 2 w 28"/>
                <a:gd name="T5" fmla="*/ 17 h 20"/>
                <a:gd name="T6" fmla="*/ 0 w 28"/>
                <a:gd name="T7" fmla="*/ 12 h 20"/>
                <a:gd name="T8" fmla="*/ 1 w 28"/>
                <a:gd name="T9" fmla="*/ 9 h 20"/>
                <a:gd name="T10" fmla="*/ 4 w 28"/>
                <a:gd name="T11" fmla="*/ 10 h 20"/>
                <a:gd name="T12" fmla="*/ 3 w 28"/>
                <a:gd name="T13" fmla="*/ 12 h 20"/>
                <a:gd name="T14" fmla="*/ 4 w 28"/>
                <a:gd name="T15" fmla="*/ 15 h 20"/>
                <a:gd name="T16" fmla="*/ 8 w 28"/>
                <a:gd name="T17" fmla="*/ 16 h 20"/>
                <a:gd name="T18" fmla="*/ 12 w 28"/>
                <a:gd name="T19" fmla="*/ 14 h 20"/>
                <a:gd name="T20" fmla="*/ 25 w 28"/>
                <a:gd name="T21" fmla="*/ 0 h 20"/>
                <a:gd name="T22" fmla="*/ 28 w 28"/>
                <a:gd name="T23" fmla="*/ 3 h 20"/>
                <a:gd name="T24" fmla="*/ 14 w 28"/>
                <a:gd name="T25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0">
                  <a:moveTo>
                    <a:pt x="14" y="16"/>
                  </a:moveTo>
                  <a:cubicBezTo>
                    <a:pt x="12" y="18"/>
                    <a:pt x="10" y="20"/>
                    <a:pt x="8" y="20"/>
                  </a:cubicBezTo>
                  <a:cubicBezTo>
                    <a:pt x="6" y="20"/>
                    <a:pt x="4" y="19"/>
                    <a:pt x="2" y="17"/>
                  </a:cubicBezTo>
                  <a:cubicBezTo>
                    <a:pt x="1" y="16"/>
                    <a:pt x="0" y="14"/>
                    <a:pt x="0" y="12"/>
                  </a:cubicBezTo>
                  <a:cubicBezTo>
                    <a:pt x="0" y="11"/>
                    <a:pt x="0" y="10"/>
                    <a:pt x="1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3"/>
                    <a:pt x="4" y="14"/>
                    <a:pt x="4" y="15"/>
                  </a:cubicBezTo>
                  <a:cubicBezTo>
                    <a:pt x="5" y="16"/>
                    <a:pt x="6" y="16"/>
                    <a:pt x="8" y="16"/>
                  </a:cubicBezTo>
                  <a:cubicBezTo>
                    <a:pt x="9" y="16"/>
                    <a:pt x="10" y="15"/>
                    <a:pt x="12" y="1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8" y="3"/>
                    <a:pt x="28" y="3"/>
                    <a:pt x="28" y="3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6" name="Freeform 125">
              <a:extLst>
                <a:ext uri="{FF2B5EF4-FFF2-40B4-BE49-F238E27FC236}">
                  <a16:creationId xmlns:a16="http://schemas.microsoft.com/office/drawing/2014/main" id="{2D8465EC-1973-64B5-E6B1-C0AEE6684C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938600" y="4203577"/>
              <a:ext cx="801681" cy="249580"/>
            </a:xfrm>
            <a:custGeom>
              <a:avLst/>
              <a:gdLst>
                <a:gd name="T0" fmla="*/ 0 w 86"/>
                <a:gd name="T1" fmla="*/ 15 h 27"/>
                <a:gd name="T2" fmla="*/ 4 w 86"/>
                <a:gd name="T3" fmla="*/ 15 h 27"/>
                <a:gd name="T4" fmla="*/ 6 w 86"/>
                <a:gd name="T5" fmla="*/ 3 h 27"/>
                <a:gd name="T6" fmla="*/ 10 w 86"/>
                <a:gd name="T7" fmla="*/ 3 h 27"/>
                <a:gd name="T8" fmla="*/ 14 w 86"/>
                <a:gd name="T9" fmla="*/ 4 h 27"/>
                <a:gd name="T10" fmla="*/ 10 w 86"/>
                <a:gd name="T11" fmla="*/ 19 h 27"/>
                <a:gd name="T12" fmla="*/ 37 w 86"/>
                <a:gd name="T13" fmla="*/ 14 h 27"/>
                <a:gd name="T14" fmla="*/ 33 w 86"/>
                <a:gd name="T15" fmla="*/ 11 h 27"/>
                <a:gd name="T16" fmla="*/ 28 w 86"/>
                <a:gd name="T17" fmla="*/ 13 h 27"/>
                <a:gd name="T18" fmla="*/ 30 w 86"/>
                <a:gd name="T19" fmla="*/ 16 h 27"/>
                <a:gd name="T20" fmla="*/ 34 w 86"/>
                <a:gd name="T21" fmla="*/ 17 h 27"/>
                <a:gd name="T22" fmla="*/ 37 w 86"/>
                <a:gd name="T23" fmla="*/ 14 h 27"/>
                <a:gd name="T24" fmla="*/ 36 w 86"/>
                <a:gd name="T25" fmla="*/ 21 h 27"/>
                <a:gd name="T26" fmla="*/ 32 w 86"/>
                <a:gd name="T27" fmla="*/ 19 h 27"/>
                <a:gd name="T28" fmla="*/ 27 w 86"/>
                <a:gd name="T29" fmla="*/ 19 h 27"/>
                <a:gd name="T30" fmla="*/ 27 w 86"/>
                <a:gd name="T31" fmla="*/ 24 h 27"/>
                <a:gd name="T32" fmla="*/ 34 w 86"/>
                <a:gd name="T33" fmla="*/ 25 h 27"/>
                <a:gd name="T34" fmla="*/ 30 w 86"/>
                <a:gd name="T35" fmla="*/ 27 h 27"/>
                <a:gd name="T36" fmla="*/ 24 w 86"/>
                <a:gd name="T37" fmla="*/ 25 h 27"/>
                <a:gd name="T38" fmla="*/ 23 w 86"/>
                <a:gd name="T39" fmla="*/ 21 h 27"/>
                <a:gd name="T40" fmla="*/ 28 w 86"/>
                <a:gd name="T41" fmla="*/ 17 h 27"/>
                <a:gd name="T42" fmla="*/ 25 w 86"/>
                <a:gd name="T43" fmla="*/ 15 h 27"/>
                <a:gd name="T44" fmla="*/ 28 w 86"/>
                <a:gd name="T45" fmla="*/ 10 h 27"/>
                <a:gd name="T46" fmla="*/ 39 w 86"/>
                <a:gd name="T47" fmla="*/ 11 h 27"/>
                <a:gd name="T48" fmla="*/ 39 w 86"/>
                <a:gd name="T49" fmla="*/ 17 h 27"/>
                <a:gd name="T50" fmla="*/ 36 w 86"/>
                <a:gd name="T51" fmla="*/ 18 h 27"/>
                <a:gd name="T52" fmla="*/ 39 w 86"/>
                <a:gd name="T53" fmla="*/ 23 h 27"/>
                <a:gd name="T54" fmla="*/ 30 w 86"/>
                <a:gd name="T55" fmla="*/ 27 h 27"/>
                <a:gd name="T56" fmla="*/ 62 w 86"/>
                <a:gd name="T57" fmla="*/ 14 h 27"/>
                <a:gd name="T58" fmla="*/ 59 w 86"/>
                <a:gd name="T59" fmla="*/ 11 h 27"/>
                <a:gd name="T60" fmla="*/ 54 w 86"/>
                <a:gd name="T61" fmla="*/ 12 h 27"/>
                <a:gd name="T62" fmla="*/ 53 w 86"/>
                <a:gd name="T63" fmla="*/ 17 h 27"/>
                <a:gd name="T64" fmla="*/ 56 w 86"/>
                <a:gd name="T65" fmla="*/ 19 h 27"/>
                <a:gd name="T66" fmla="*/ 60 w 86"/>
                <a:gd name="T67" fmla="*/ 18 h 27"/>
                <a:gd name="T68" fmla="*/ 63 w 86"/>
                <a:gd name="T69" fmla="*/ 17 h 27"/>
                <a:gd name="T70" fmla="*/ 50 w 86"/>
                <a:gd name="T71" fmla="*/ 15 h 27"/>
                <a:gd name="T72" fmla="*/ 52 w 86"/>
                <a:gd name="T73" fmla="*/ 11 h 27"/>
                <a:gd name="T74" fmla="*/ 58 w 86"/>
                <a:gd name="T75" fmla="*/ 9 h 27"/>
                <a:gd name="T76" fmla="*/ 63 w 86"/>
                <a:gd name="T77" fmla="*/ 11 h 27"/>
                <a:gd name="T78" fmla="*/ 66 w 86"/>
                <a:gd name="T79" fmla="*/ 17 h 27"/>
                <a:gd name="T80" fmla="*/ 63 w 86"/>
                <a:gd name="T81" fmla="*/ 24 h 27"/>
                <a:gd name="T82" fmla="*/ 55 w 86"/>
                <a:gd name="T83" fmla="*/ 27 h 27"/>
                <a:gd name="T84" fmla="*/ 52 w 86"/>
                <a:gd name="T85" fmla="*/ 27 h 27"/>
                <a:gd name="T86" fmla="*/ 52 w 86"/>
                <a:gd name="T87" fmla="*/ 25 h 27"/>
                <a:gd name="T88" fmla="*/ 55 w 86"/>
                <a:gd name="T89" fmla="*/ 25 h 27"/>
                <a:gd name="T90" fmla="*/ 62 w 86"/>
                <a:gd name="T91" fmla="*/ 19 h 27"/>
                <a:gd name="T92" fmla="*/ 57 w 86"/>
                <a:gd name="T93" fmla="*/ 21 h 27"/>
                <a:gd name="T94" fmla="*/ 52 w 86"/>
                <a:gd name="T95" fmla="*/ 20 h 27"/>
                <a:gd name="T96" fmla="*/ 50 w 86"/>
                <a:gd name="T97" fmla="*/ 15 h 27"/>
                <a:gd name="T98" fmla="*/ 86 w 86"/>
                <a:gd name="T99" fmla="*/ 18 h 27"/>
                <a:gd name="T100" fmla="*/ 83 w 86"/>
                <a:gd name="T101" fmla="*/ 3 h 27"/>
                <a:gd name="T102" fmla="*/ 72 w 86"/>
                <a:gd name="T103" fmla="*/ 6 h 27"/>
                <a:gd name="T104" fmla="*/ 86 w 86"/>
                <a:gd name="T105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6" h="27">
                  <a:moveTo>
                    <a:pt x="9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3"/>
                    <a:pt x="9" y="3"/>
                    <a:pt x="10" y="3"/>
                  </a:cubicBezTo>
                  <a:cubicBezTo>
                    <a:pt x="11" y="3"/>
                    <a:pt x="11" y="3"/>
                    <a:pt x="12" y="2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9" y="20"/>
                  </a:lnTo>
                  <a:close/>
                  <a:moveTo>
                    <a:pt x="37" y="14"/>
                  </a:moveTo>
                  <a:cubicBezTo>
                    <a:pt x="37" y="14"/>
                    <a:pt x="37" y="13"/>
                    <a:pt x="36" y="12"/>
                  </a:cubicBezTo>
                  <a:cubicBezTo>
                    <a:pt x="36" y="12"/>
                    <a:pt x="35" y="11"/>
                    <a:pt x="33" y="11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29" y="12"/>
                    <a:pt x="29" y="12"/>
                    <a:pt x="28" y="13"/>
                  </a:cubicBezTo>
                  <a:cubicBezTo>
                    <a:pt x="28" y="14"/>
                    <a:pt x="28" y="14"/>
                    <a:pt x="29" y="15"/>
                  </a:cubicBezTo>
                  <a:cubicBezTo>
                    <a:pt x="29" y="15"/>
                    <a:pt x="30" y="15"/>
                    <a:pt x="30" y="16"/>
                  </a:cubicBezTo>
                  <a:cubicBezTo>
                    <a:pt x="31" y="16"/>
                    <a:pt x="31" y="16"/>
                    <a:pt x="32" y="17"/>
                  </a:cubicBezTo>
                  <a:cubicBezTo>
                    <a:pt x="33" y="17"/>
                    <a:pt x="33" y="17"/>
                    <a:pt x="34" y="17"/>
                  </a:cubicBezTo>
                  <a:cubicBezTo>
                    <a:pt x="35" y="17"/>
                    <a:pt x="36" y="17"/>
                    <a:pt x="36" y="16"/>
                  </a:cubicBezTo>
                  <a:cubicBezTo>
                    <a:pt x="37" y="16"/>
                    <a:pt x="37" y="15"/>
                    <a:pt x="37" y="14"/>
                  </a:cubicBezTo>
                  <a:moveTo>
                    <a:pt x="36" y="23"/>
                  </a:moveTo>
                  <a:cubicBezTo>
                    <a:pt x="36" y="22"/>
                    <a:pt x="36" y="22"/>
                    <a:pt x="36" y="21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3" y="19"/>
                    <a:pt x="33" y="19"/>
                    <a:pt x="32" y="19"/>
                  </a:cubicBezTo>
                  <a:cubicBezTo>
                    <a:pt x="31" y="19"/>
                    <a:pt x="31" y="18"/>
                    <a:pt x="30" y="18"/>
                  </a:cubicBezTo>
                  <a:cubicBezTo>
                    <a:pt x="29" y="18"/>
                    <a:pt x="28" y="19"/>
                    <a:pt x="27" y="19"/>
                  </a:cubicBezTo>
                  <a:cubicBezTo>
                    <a:pt x="27" y="20"/>
                    <a:pt x="26" y="20"/>
                    <a:pt x="26" y="21"/>
                  </a:cubicBezTo>
                  <a:cubicBezTo>
                    <a:pt x="26" y="22"/>
                    <a:pt x="26" y="23"/>
                    <a:pt x="27" y="24"/>
                  </a:cubicBezTo>
                  <a:cubicBezTo>
                    <a:pt x="28" y="25"/>
                    <a:pt x="29" y="25"/>
                    <a:pt x="30" y="25"/>
                  </a:cubicBezTo>
                  <a:cubicBezTo>
                    <a:pt x="32" y="26"/>
                    <a:pt x="33" y="25"/>
                    <a:pt x="34" y="25"/>
                  </a:cubicBezTo>
                  <a:cubicBezTo>
                    <a:pt x="35" y="24"/>
                    <a:pt x="36" y="24"/>
                    <a:pt x="36" y="23"/>
                  </a:cubicBezTo>
                  <a:moveTo>
                    <a:pt x="30" y="27"/>
                  </a:moveTo>
                  <a:cubicBezTo>
                    <a:pt x="29" y="27"/>
                    <a:pt x="28" y="27"/>
                    <a:pt x="27" y="26"/>
                  </a:cubicBezTo>
                  <a:cubicBezTo>
                    <a:pt x="26" y="26"/>
                    <a:pt x="25" y="25"/>
                    <a:pt x="24" y="25"/>
                  </a:cubicBezTo>
                  <a:cubicBezTo>
                    <a:pt x="23" y="24"/>
                    <a:pt x="23" y="24"/>
                    <a:pt x="23" y="23"/>
                  </a:cubicBezTo>
                  <a:cubicBezTo>
                    <a:pt x="23" y="22"/>
                    <a:pt x="22" y="21"/>
                    <a:pt x="23" y="21"/>
                  </a:cubicBezTo>
                  <a:cubicBezTo>
                    <a:pt x="23" y="20"/>
                    <a:pt x="23" y="19"/>
                    <a:pt x="24" y="18"/>
                  </a:cubicBezTo>
                  <a:cubicBezTo>
                    <a:pt x="25" y="18"/>
                    <a:pt x="26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6"/>
                    <a:pt x="26" y="16"/>
                    <a:pt x="25" y="15"/>
                  </a:cubicBezTo>
                  <a:cubicBezTo>
                    <a:pt x="25" y="14"/>
                    <a:pt x="25" y="14"/>
                    <a:pt x="25" y="13"/>
                  </a:cubicBezTo>
                  <a:cubicBezTo>
                    <a:pt x="25" y="12"/>
                    <a:pt x="26" y="11"/>
                    <a:pt x="28" y="10"/>
                  </a:cubicBezTo>
                  <a:cubicBezTo>
                    <a:pt x="29" y="9"/>
                    <a:pt x="31" y="9"/>
                    <a:pt x="34" y="10"/>
                  </a:cubicBezTo>
                  <a:cubicBezTo>
                    <a:pt x="36" y="10"/>
                    <a:pt x="38" y="10"/>
                    <a:pt x="39" y="11"/>
                  </a:cubicBezTo>
                  <a:cubicBezTo>
                    <a:pt x="40" y="12"/>
                    <a:pt x="41" y="14"/>
                    <a:pt x="40" y="15"/>
                  </a:cubicBezTo>
                  <a:cubicBezTo>
                    <a:pt x="40" y="16"/>
                    <a:pt x="40" y="16"/>
                    <a:pt x="39" y="17"/>
                  </a:cubicBezTo>
                  <a:cubicBezTo>
                    <a:pt x="38" y="18"/>
                    <a:pt x="37" y="18"/>
                    <a:pt x="36" y="18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7" y="19"/>
                    <a:pt x="38" y="20"/>
                    <a:pt x="39" y="20"/>
                  </a:cubicBezTo>
                  <a:cubicBezTo>
                    <a:pt x="39" y="21"/>
                    <a:pt x="40" y="22"/>
                    <a:pt x="39" y="23"/>
                  </a:cubicBezTo>
                  <a:cubicBezTo>
                    <a:pt x="39" y="25"/>
                    <a:pt x="38" y="26"/>
                    <a:pt x="36" y="26"/>
                  </a:cubicBezTo>
                  <a:cubicBezTo>
                    <a:pt x="34" y="27"/>
                    <a:pt x="32" y="27"/>
                    <a:pt x="30" y="27"/>
                  </a:cubicBezTo>
                  <a:moveTo>
                    <a:pt x="63" y="17"/>
                  </a:moveTo>
                  <a:cubicBezTo>
                    <a:pt x="63" y="15"/>
                    <a:pt x="62" y="15"/>
                    <a:pt x="62" y="14"/>
                  </a:cubicBezTo>
                  <a:cubicBezTo>
                    <a:pt x="62" y="13"/>
                    <a:pt x="61" y="13"/>
                    <a:pt x="61" y="12"/>
                  </a:cubicBezTo>
                  <a:cubicBezTo>
                    <a:pt x="60" y="12"/>
                    <a:pt x="60" y="12"/>
                    <a:pt x="59" y="11"/>
                  </a:cubicBezTo>
                  <a:cubicBezTo>
                    <a:pt x="59" y="11"/>
                    <a:pt x="58" y="11"/>
                    <a:pt x="58" y="11"/>
                  </a:cubicBezTo>
                  <a:cubicBezTo>
                    <a:pt x="56" y="11"/>
                    <a:pt x="55" y="12"/>
                    <a:pt x="54" y="12"/>
                  </a:cubicBezTo>
                  <a:cubicBezTo>
                    <a:pt x="53" y="13"/>
                    <a:pt x="53" y="14"/>
                    <a:pt x="53" y="15"/>
                  </a:cubicBezTo>
                  <a:cubicBezTo>
                    <a:pt x="53" y="16"/>
                    <a:pt x="53" y="16"/>
                    <a:pt x="53" y="17"/>
                  </a:cubicBezTo>
                  <a:cubicBezTo>
                    <a:pt x="54" y="17"/>
                    <a:pt x="54" y="18"/>
                    <a:pt x="55" y="18"/>
                  </a:cubicBezTo>
                  <a:cubicBezTo>
                    <a:pt x="55" y="18"/>
                    <a:pt x="56" y="18"/>
                    <a:pt x="56" y="19"/>
                  </a:cubicBezTo>
                  <a:cubicBezTo>
                    <a:pt x="57" y="19"/>
                    <a:pt x="57" y="19"/>
                    <a:pt x="58" y="19"/>
                  </a:cubicBezTo>
                  <a:cubicBezTo>
                    <a:pt x="59" y="19"/>
                    <a:pt x="59" y="19"/>
                    <a:pt x="60" y="18"/>
                  </a:cubicBezTo>
                  <a:cubicBezTo>
                    <a:pt x="61" y="18"/>
                    <a:pt x="62" y="18"/>
                    <a:pt x="62" y="18"/>
                  </a:cubicBezTo>
                  <a:cubicBezTo>
                    <a:pt x="63" y="18"/>
                    <a:pt x="63" y="17"/>
                    <a:pt x="63" y="17"/>
                  </a:cubicBezTo>
                  <a:cubicBezTo>
                    <a:pt x="63" y="17"/>
                    <a:pt x="63" y="17"/>
                    <a:pt x="63" y="17"/>
                  </a:cubicBezTo>
                  <a:moveTo>
                    <a:pt x="50" y="15"/>
                  </a:moveTo>
                  <a:cubicBezTo>
                    <a:pt x="50" y="14"/>
                    <a:pt x="50" y="14"/>
                    <a:pt x="50" y="13"/>
                  </a:cubicBezTo>
                  <a:cubicBezTo>
                    <a:pt x="51" y="12"/>
                    <a:pt x="51" y="11"/>
                    <a:pt x="52" y="11"/>
                  </a:cubicBezTo>
                  <a:cubicBezTo>
                    <a:pt x="53" y="10"/>
                    <a:pt x="53" y="10"/>
                    <a:pt x="55" y="10"/>
                  </a:cubicBezTo>
                  <a:cubicBezTo>
                    <a:pt x="56" y="9"/>
                    <a:pt x="57" y="9"/>
                    <a:pt x="58" y="9"/>
                  </a:cubicBezTo>
                  <a:cubicBezTo>
                    <a:pt x="59" y="9"/>
                    <a:pt x="60" y="9"/>
                    <a:pt x="61" y="10"/>
                  </a:cubicBezTo>
                  <a:cubicBezTo>
                    <a:pt x="62" y="10"/>
                    <a:pt x="63" y="10"/>
                    <a:pt x="63" y="11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6" y="14"/>
                    <a:pt x="66" y="16"/>
                    <a:pt x="66" y="17"/>
                  </a:cubicBezTo>
                  <a:cubicBezTo>
                    <a:pt x="66" y="19"/>
                    <a:pt x="66" y="20"/>
                    <a:pt x="65" y="21"/>
                  </a:cubicBezTo>
                  <a:cubicBezTo>
                    <a:pt x="65" y="22"/>
                    <a:pt x="64" y="23"/>
                    <a:pt x="63" y="24"/>
                  </a:cubicBezTo>
                  <a:cubicBezTo>
                    <a:pt x="62" y="25"/>
                    <a:pt x="61" y="26"/>
                    <a:pt x="60" y="26"/>
                  </a:cubicBezTo>
                  <a:cubicBezTo>
                    <a:pt x="58" y="27"/>
                    <a:pt x="57" y="27"/>
                    <a:pt x="55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4" y="25"/>
                    <a:pt x="54" y="25"/>
                    <a:pt x="55" y="25"/>
                  </a:cubicBezTo>
                  <a:cubicBezTo>
                    <a:pt x="57" y="25"/>
                    <a:pt x="59" y="25"/>
                    <a:pt x="60" y="24"/>
                  </a:cubicBezTo>
                  <a:cubicBezTo>
                    <a:pt x="62" y="23"/>
                    <a:pt x="62" y="21"/>
                    <a:pt x="62" y="19"/>
                  </a:cubicBezTo>
                  <a:cubicBezTo>
                    <a:pt x="62" y="20"/>
                    <a:pt x="61" y="20"/>
                    <a:pt x="60" y="20"/>
                  </a:cubicBezTo>
                  <a:cubicBezTo>
                    <a:pt x="59" y="20"/>
                    <a:pt x="58" y="21"/>
                    <a:pt x="57" y="21"/>
                  </a:cubicBezTo>
                  <a:cubicBezTo>
                    <a:pt x="56" y="21"/>
                    <a:pt x="55" y="20"/>
                    <a:pt x="55" y="20"/>
                  </a:cubicBezTo>
                  <a:cubicBezTo>
                    <a:pt x="54" y="20"/>
                    <a:pt x="53" y="20"/>
                    <a:pt x="52" y="20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6"/>
                    <a:pt x="50" y="15"/>
                  </a:cubicBezTo>
                  <a:moveTo>
                    <a:pt x="86" y="1"/>
                  </a:moveTo>
                  <a:cubicBezTo>
                    <a:pt x="86" y="18"/>
                    <a:pt x="86" y="18"/>
                    <a:pt x="86" y="18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2" y="6"/>
                    <a:pt x="72" y="6"/>
                    <a:pt x="72" y="6"/>
                  </a:cubicBezTo>
                  <a:cubicBezTo>
                    <a:pt x="85" y="0"/>
                    <a:pt x="85" y="0"/>
                    <a:pt x="85" y="0"/>
                  </a:cubicBezTo>
                  <a:lnTo>
                    <a:pt x="8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7" name="Freeform 126">
              <a:extLst>
                <a:ext uri="{FF2B5EF4-FFF2-40B4-BE49-F238E27FC236}">
                  <a16:creationId xmlns:a16="http://schemas.microsoft.com/office/drawing/2014/main" id="{359BF265-B618-6310-D609-8C012BB375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78096" y="2774166"/>
              <a:ext cx="105882" cy="105882"/>
            </a:xfrm>
            <a:custGeom>
              <a:avLst/>
              <a:gdLst>
                <a:gd name="T0" fmla="*/ 2 w 11"/>
                <a:gd name="T1" fmla="*/ 12 h 12"/>
                <a:gd name="T2" fmla="*/ 2 w 11"/>
                <a:gd name="T3" fmla="*/ 8 h 12"/>
                <a:gd name="T4" fmla="*/ 1 w 11"/>
                <a:gd name="T5" fmla="*/ 3 h 12"/>
                <a:gd name="T6" fmla="*/ 8 w 11"/>
                <a:gd name="T7" fmla="*/ 3 h 12"/>
                <a:gd name="T8" fmla="*/ 9 w 11"/>
                <a:gd name="T9" fmla="*/ 5 h 12"/>
                <a:gd name="T10" fmla="*/ 8 w 11"/>
                <a:gd name="T11" fmla="*/ 11 h 12"/>
                <a:gd name="T12" fmla="*/ 2 w 11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2">
                  <a:moveTo>
                    <a:pt x="2" y="12"/>
                  </a:moveTo>
                  <a:cubicBezTo>
                    <a:pt x="0" y="11"/>
                    <a:pt x="1" y="10"/>
                    <a:pt x="2" y="8"/>
                  </a:cubicBezTo>
                  <a:cubicBezTo>
                    <a:pt x="2" y="7"/>
                    <a:pt x="1" y="5"/>
                    <a:pt x="1" y="3"/>
                  </a:cubicBezTo>
                  <a:cubicBezTo>
                    <a:pt x="2" y="0"/>
                    <a:pt x="6" y="2"/>
                    <a:pt x="8" y="3"/>
                  </a:cubicBezTo>
                  <a:cubicBezTo>
                    <a:pt x="8" y="3"/>
                    <a:pt x="9" y="4"/>
                    <a:pt x="9" y="5"/>
                  </a:cubicBezTo>
                  <a:cubicBezTo>
                    <a:pt x="10" y="7"/>
                    <a:pt x="11" y="10"/>
                    <a:pt x="8" y="11"/>
                  </a:cubicBezTo>
                  <a:cubicBezTo>
                    <a:pt x="6" y="12"/>
                    <a:pt x="4" y="12"/>
                    <a:pt x="2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8" name="Freeform 127">
              <a:extLst>
                <a:ext uri="{FF2B5EF4-FFF2-40B4-BE49-F238E27FC236}">
                  <a16:creationId xmlns:a16="http://schemas.microsoft.com/office/drawing/2014/main" id="{54BBCAD1-2D98-7C36-EF1D-BFCEA6D5DB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05827" y="2456519"/>
              <a:ext cx="385714" cy="340336"/>
            </a:xfrm>
            <a:custGeom>
              <a:avLst/>
              <a:gdLst>
                <a:gd name="T0" fmla="*/ 7 w 41"/>
                <a:gd name="T1" fmla="*/ 35 h 36"/>
                <a:gd name="T2" fmla="*/ 7 w 41"/>
                <a:gd name="T3" fmla="*/ 35 h 36"/>
                <a:gd name="T4" fmla="*/ 7 w 41"/>
                <a:gd name="T5" fmla="*/ 34 h 36"/>
                <a:gd name="T6" fmla="*/ 15 w 41"/>
                <a:gd name="T7" fmla="*/ 32 h 36"/>
                <a:gd name="T8" fmla="*/ 20 w 41"/>
                <a:gd name="T9" fmla="*/ 28 h 36"/>
                <a:gd name="T10" fmla="*/ 6 w 41"/>
                <a:gd name="T11" fmla="*/ 29 h 36"/>
                <a:gd name="T12" fmla="*/ 2 w 41"/>
                <a:gd name="T13" fmla="*/ 26 h 36"/>
                <a:gd name="T14" fmla="*/ 2 w 41"/>
                <a:gd name="T15" fmla="*/ 26 h 36"/>
                <a:gd name="T16" fmla="*/ 3 w 41"/>
                <a:gd name="T17" fmla="*/ 21 h 36"/>
                <a:gd name="T18" fmla="*/ 19 w 41"/>
                <a:gd name="T19" fmla="*/ 21 h 36"/>
                <a:gd name="T20" fmla="*/ 24 w 41"/>
                <a:gd name="T21" fmla="*/ 20 h 36"/>
                <a:gd name="T22" fmla="*/ 29 w 41"/>
                <a:gd name="T23" fmla="*/ 3 h 36"/>
                <a:gd name="T24" fmla="*/ 35 w 41"/>
                <a:gd name="T25" fmla="*/ 6 h 36"/>
                <a:gd name="T26" fmla="*/ 36 w 41"/>
                <a:gd name="T27" fmla="*/ 7 h 36"/>
                <a:gd name="T28" fmla="*/ 36 w 41"/>
                <a:gd name="T29" fmla="*/ 7 h 36"/>
                <a:gd name="T30" fmla="*/ 35 w 41"/>
                <a:gd name="T31" fmla="*/ 11 h 36"/>
                <a:gd name="T32" fmla="*/ 31 w 41"/>
                <a:gd name="T33" fmla="*/ 20 h 36"/>
                <a:gd name="T34" fmla="*/ 40 w 41"/>
                <a:gd name="T35" fmla="*/ 19 h 36"/>
                <a:gd name="T36" fmla="*/ 38 w 41"/>
                <a:gd name="T37" fmla="*/ 23 h 36"/>
                <a:gd name="T38" fmla="*/ 29 w 41"/>
                <a:gd name="T39" fmla="*/ 24 h 36"/>
                <a:gd name="T40" fmla="*/ 23 w 41"/>
                <a:gd name="T41" fmla="*/ 32 h 36"/>
                <a:gd name="T42" fmla="*/ 21 w 41"/>
                <a:gd name="T43" fmla="*/ 34 h 36"/>
                <a:gd name="T44" fmla="*/ 14 w 41"/>
                <a:gd name="T45" fmla="*/ 35 h 36"/>
                <a:gd name="T46" fmla="*/ 7 w 41"/>
                <a:gd name="T47" fmla="*/ 35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1" h="36">
                  <a:moveTo>
                    <a:pt x="7" y="35"/>
                  </a:moveTo>
                  <a:cubicBezTo>
                    <a:pt x="7" y="35"/>
                    <a:pt x="7" y="35"/>
                    <a:pt x="7" y="35"/>
                  </a:cubicBezTo>
                  <a:cubicBezTo>
                    <a:pt x="7" y="35"/>
                    <a:pt x="7" y="35"/>
                    <a:pt x="7" y="34"/>
                  </a:cubicBezTo>
                  <a:cubicBezTo>
                    <a:pt x="8" y="34"/>
                    <a:pt x="15" y="32"/>
                    <a:pt x="15" y="32"/>
                  </a:cubicBezTo>
                  <a:cubicBezTo>
                    <a:pt x="17" y="31"/>
                    <a:pt x="19" y="30"/>
                    <a:pt x="20" y="28"/>
                  </a:cubicBezTo>
                  <a:cubicBezTo>
                    <a:pt x="15" y="28"/>
                    <a:pt x="11" y="30"/>
                    <a:pt x="6" y="29"/>
                  </a:cubicBezTo>
                  <a:cubicBezTo>
                    <a:pt x="4" y="28"/>
                    <a:pt x="3" y="27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0" y="24"/>
                    <a:pt x="0" y="22"/>
                    <a:pt x="3" y="21"/>
                  </a:cubicBezTo>
                  <a:cubicBezTo>
                    <a:pt x="7" y="23"/>
                    <a:pt x="15" y="22"/>
                    <a:pt x="19" y="21"/>
                  </a:cubicBezTo>
                  <a:cubicBezTo>
                    <a:pt x="20" y="21"/>
                    <a:pt x="23" y="21"/>
                    <a:pt x="24" y="20"/>
                  </a:cubicBezTo>
                  <a:cubicBezTo>
                    <a:pt x="26" y="15"/>
                    <a:pt x="27" y="9"/>
                    <a:pt x="29" y="3"/>
                  </a:cubicBezTo>
                  <a:cubicBezTo>
                    <a:pt x="31" y="0"/>
                    <a:pt x="33" y="3"/>
                    <a:pt x="35" y="6"/>
                  </a:cubicBezTo>
                  <a:cubicBezTo>
                    <a:pt x="35" y="6"/>
                    <a:pt x="36" y="6"/>
                    <a:pt x="36" y="7"/>
                  </a:cubicBezTo>
                  <a:cubicBezTo>
                    <a:pt x="36" y="7"/>
                    <a:pt x="36" y="7"/>
                    <a:pt x="36" y="7"/>
                  </a:cubicBezTo>
                  <a:cubicBezTo>
                    <a:pt x="37" y="9"/>
                    <a:pt x="37" y="10"/>
                    <a:pt x="35" y="11"/>
                  </a:cubicBezTo>
                  <a:cubicBezTo>
                    <a:pt x="33" y="14"/>
                    <a:pt x="32" y="17"/>
                    <a:pt x="31" y="20"/>
                  </a:cubicBezTo>
                  <a:cubicBezTo>
                    <a:pt x="34" y="20"/>
                    <a:pt x="37" y="18"/>
                    <a:pt x="40" y="19"/>
                  </a:cubicBezTo>
                  <a:cubicBezTo>
                    <a:pt x="41" y="21"/>
                    <a:pt x="40" y="22"/>
                    <a:pt x="38" y="23"/>
                  </a:cubicBezTo>
                  <a:cubicBezTo>
                    <a:pt x="36" y="23"/>
                    <a:pt x="33" y="24"/>
                    <a:pt x="29" y="24"/>
                  </a:cubicBezTo>
                  <a:cubicBezTo>
                    <a:pt x="28" y="27"/>
                    <a:pt x="26" y="30"/>
                    <a:pt x="23" y="32"/>
                  </a:cubicBezTo>
                  <a:cubicBezTo>
                    <a:pt x="23" y="33"/>
                    <a:pt x="21" y="34"/>
                    <a:pt x="21" y="34"/>
                  </a:cubicBezTo>
                  <a:cubicBezTo>
                    <a:pt x="19" y="34"/>
                    <a:pt x="17" y="35"/>
                    <a:pt x="14" y="35"/>
                  </a:cubicBezTo>
                  <a:cubicBezTo>
                    <a:pt x="8" y="36"/>
                    <a:pt x="8" y="35"/>
                    <a:pt x="7" y="3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9" name="Freeform 128">
              <a:extLst>
                <a:ext uri="{FF2B5EF4-FFF2-40B4-BE49-F238E27FC236}">
                  <a16:creationId xmlns:a16="http://schemas.microsoft.com/office/drawing/2014/main" id="{AEFE9D7B-D7EA-D38D-048C-4184D9E75A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62970" y="2668283"/>
              <a:ext cx="151261" cy="310084"/>
            </a:xfrm>
            <a:custGeom>
              <a:avLst/>
              <a:gdLst>
                <a:gd name="T0" fmla="*/ 7 w 16"/>
                <a:gd name="T1" fmla="*/ 33 h 33"/>
                <a:gd name="T2" fmla="*/ 0 w 16"/>
                <a:gd name="T3" fmla="*/ 30 h 33"/>
                <a:gd name="T4" fmla="*/ 0 w 16"/>
                <a:gd name="T5" fmla="*/ 28 h 33"/>
                <a:gd name="T6" fmla="*/ 10 w 16"/>
                <a:gd name="T7" fmla="*/ 11 h 33"/>
                <a:gd name="T8" fmla="*/ 12 w 16"/>
                <a:gd name="T9" fmla="*/ 3 h 33"/>
                <a:gd name="T10" fmla="*/ 12 w 16"/>
                <a:gd name="T11" fmla="*/ 2 h 33"/>
                <a:gd name="T12" fmla="*/ 12 w 16"/>
                <a:gd name="T13" fmla="*/ 2 h 33"/>
                <a:gd name="T14" fmla="*/ 15 w 16"/>
                <a:gd name="T15" fmla="*/ 2 h 33"/>
                <a:gd name="T16" fmla="*/ 14 w 16"/>
                <a:gd name="T17" fmla="*/ 7 h 33"/>
                <a:gd name="T18" fmla="*/ 13 w 16"/>
                <a:gd name="T19" fmla="*/ 16 h 33"/>
                <a:gd name="T20" fmla="*/ 13 w 16"/>
                <a:gd name="T21" fmla="*/ 19 h 33"/>
                <a:gd name="T22" fmla="*/ 11 w 16"/>
                <a:gd name="T23" fmla="*/ 26 h 33"/>
                <a:gd name="T24" fmla="*/ 9 w 16"/>
                <a:gd name="T25" fmla="*/ 33 h 33"/>
                <a:gd name="T26" fmla="*/ 7 w 16"/>
                <a:gd name="T27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33">
                  <a:moveTo>
                    <a:pt x="7" y="33"/>
                  </a:moveTo>
                  <a:cubicBezTo>
                    <a:pt x="5" y="33"/>
                    <a:pt x="2" y="31"/>
                    <a:pt x="0" y="30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4" y="23"/>
                    <a:pt x="7" y="17"/>
                    <a:pt x="10" y="11"/>
                  </a:cubicBezTo>
                  <a:cubicBezTo>
                    <a:pt x="11" y="8"/>
                    <a:pt x="11" y="5"/>
                    <a:pt x="12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1"/>
                    <a:pt x="14" y="0"/>
                    <a:pt x="15" y="2"/>
                  </a:cubicBezTo>
                  <a:cubicBezTo>
                    <a:pt x="16" y="3"/>
                    <a:pt x="14" y="5"/>
                    <a:pt x="14" y="7"/>
                  </a:cubicBezTo>
                  <a:cubicBezTo>
                    <a:pt x="14" y="10"/>
                    <a:pt x="14" y="13"/>
                    <a:pt x="13" y="16"/>
                  </a:cubicBezTo>
                  <a:cubicBezTo>
                    <a:pt x="13" y="16"/>
                    <a:pt x="13" y="16"/>
                    <a:pt x="13" y="19"/>
                  </a:cubicBezTo>
                  <a:cubicBezTo>
                    <a:pt x="12" y="21"/>
                    <a:pt x="11" y="24"/>
                    <a:pt x="11" y="26"/>
                  </a:cubicBezTo>
                  <a:cubicBezTo>
                    <a:pt x="10" y="28"/>
                    <a:pt x="10" y="31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0" name="Freeform 129">
              <a:extLst>
                <a:ext uri="{FF2B5EF4-FFF2-40B4-BE49-F238E27FC236}">
                  <a16:creationId xmlns:a16="http://schemas.microsoft.com/office/drawing/2014/main" id="{4D1A8A72-3C48-6110-3D65-6187482E25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67172" y="2592653"/>
              <a:ext cx="121008" cy="121008"/>
            </a:xfrm>
            <a:custGeom>
              <a:avLst/>
              <a:gdLst>
                <a:gd name="T0" fmla="*/ 8 w 13"/>
                <a:gd name="T1" fmla="*/ 12 h 13"/>
                <a:gd name="T2" fmla="*/ 1 w 13"/>
                <a:gd name="T3" fmla="*/ 10 h 13"/>
                <a:gd name="T4" fmla="*/ 1 w 13"/>
                <a:gd name="T5" fmla="*/ 8 h 13"/>
                <a:gd name="T6" fmla="*/ 2 w 13"/>
                <a:gd name="T7" fmla="*/ 7 h 13"/>
                <a:gd name="T8" fmla="*/ 5 w 13"/>
                <a:gd name="T9" fmla="*/ 6 h 13"/>
                <a:gd name="T10" fmla="*/ 12 w 13"/>
                <a:gd name="T11" fmla="*/ 1 h 13"/>
                <a:gd name="T12" fmla="*/ 8 w 13"/>
                <a:gd name="T13" fmla="*/ 1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3">
                  <a:moveTo>
                    <a:pt x="8" y="12"/>
                  </a:moveTo>
                  <a:cubicBezTo>
                    <a:pt x="5" y="13"/>
                    <a:pt x="3" y="12"/>
                    <a:pt x="1" y="10"/>
                  </a:cubicBezTo>
                  <a:cubicBezTo>
                    <a:pt x="0" y="10"/>
                    <a:pt x="1" y="9"/>
                    <a:pt x="1" y="8"/>
                  </a:cubicBezTo>
                  <a:cubicBezTo>
                    <a:pt x="1" y="8"/>
                    <a:pt x="1" y="8"/>
                    <a:pt x="2" y="7"/>
                  </a:cubicBezTo>
                  <a:cubicBezTo>
                    <a:pt x="3" y="7"/>
                    <a:pt x="3" y="7"/>
                    <a:pt x="5" y="6"/>
                  </a:cubicBezTo>
                  <a:cubicBezTo>
                    <a:pt x="6" y="5"/>
                    <a:pt x="10" y="0"/>
                    <a:pt x="12" y="1"/>
                  </a:cubicBezTo>
                  <a:cubicBezTo>
                    <a:pt x="13" y="4"/>
                    <a:pt x="11" y="10"/>
                    <a:pt x="8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1" name="Freeform 130">
              <a:extLst>
                <a:ext uri="{FF2B5EF4-FFF2-40B4-BE49-F238E27FC236}">
                  <a16:creationId xmlns:a16="http://schemas.microsoft.com/office/drawing/2014/main" id="{37F54257-CE79-158A-0A89-E7982355BF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638031"/>
              <a:ext cx="90756" cy="105882"/>
            </a:xfrm>
            <a:custGeom>
              <a:avLst/>
              <a:gdLst>
                <a:gd name="T0" fmla="*/ 5 w 10"/>
                <a:gd name="T1" fmla="*/ 11 h 11"/>
                <a:gd name="T2" fmla="*/ 1 w 10"/>
                <a:gd name="T3" fmla="*/ 4 h 11"/>
                <a:gd name="T4" fmla="*/ 6 w 10"/>
                <a:gd name="T5" fmla="*/ 1 h 11"/>
                <a:gd name="T6" fmla="*/ 10 w 10"/>
                <a:gd name="T7" fmla="*/ 6 h 11"/>
                <a:gd name="T8" fmla="*/ 5 w 10"/>
                <a:gd name="T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1">
                  <a:moveTo>
                    <a:pt x="5" y="11"/>
                  </a:moveTo>
                  <a:cubicBezTo>
                    <a:pt x="3" y="10"/>
                    <a:pt x="1" y="5"/>
                    <a:pt x="1" y="4"/>
                  </a:cubicBezTo>
                  <a:cubicBezTo>
                    <a:pt x="0" y="1"/>
                    <a:pt x="3" y="0"/>
                    <a:pt x="6" y="1"/>
                  </a:cubicBezTo>
                  <a:cubicBezTo>
                    <a:pt x="9" y="2"/>
                    <a:pt x="10" y="3"/>
                    <a:pt x="10" y="6"/>
                  </a:cubicBezTo>
                  <a:cubicBezTo>
                    <a:pt x="8" y="9"/>
                    <a:pt x="7" y="9"/>
                    <a:pt x="5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2" name="Freeform 131">
              <a:extLst>
                <a:ext uri="{FF2B5EF4-FFF2-40B4-BE49-F238E27FC236}">
                  <a16:creationId xmlns:a16="http://schemas.microsoft.com/office/drawing/2014/main" id="{8273D16B-8B31-8983-258E-1511446583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29357" y="2471645"/>
              <a:ext cx="143698" cy="158823"/>
            </a:xfrm>
            <a:custGeom>
              <a:avLst/>
              <a:gdLst>
                <a:gd name="T0" fmla="*/ 8 w 15"/>
                <a:gd name="T1" fmla="*/ 17 h 17"/>
                <a:gd name="T2" fmla="*/ 7 w 15"/>
                <a:gd name="T3" fmla="*/ 12 h 17"/>
                <a:gd name="T4" fmla="*/ 5 w 15"/>
                <a:gd name="T5" fmla="*/ 13 h 17"/>
                <a:gd name="T6" fmla="*/ 0 w 15"/>
                <a:gd name="T7" fmla="*/ 9 h 17"/>
                <a:gd name="T8" fmla="*/ 2 w 15"/>
                <a:gd name="T9" fmla="*/ 7 h 17"/>
                <a:gd name="T10" fmla="*/ 7 w 15"/>
                <a:gd name="T11" fmla="*/ 2 h 17"/>
                <a:gd name="T12" fmla="*/ 14 w 15"/>
                <a:gd name="T13" fmla="*/ 4 h 17"/>
                <a:gd name="T14" fmla="*/ 13 w 15"/>
                <a:gd name="T15" fmla="*/ 11 h 17"/>
                <a:gd name="T16" fmla="*/ 9 w 15"/>
                <a:gd name="T17" fmla="*/ 16 h 17"/>
                <a:gd name="T18" fmla="*/ 8 w 15"/>
                <a:gd name="T1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7">
                  <a:moveTo>
                    <a:pt x="8" y="17"/>
                  </a:moveTo>
                  <a:cubicBezTo>
                    <a:pt x="7" y="16"/>
                    <a:pt x="8" y="12"/>
                    <a:pt x="7" y="12"/>
                  </a:cubicBezTo>
                  <a:cubicBezTo>
                    <a:pt x="6" y="12"/>
                    <a:pt x="6" y="13"/>
                    <a:pt x="5" y="13"/>
                  </a:cubicBezTo>
                  <a:cubicBezTo>
                    <a:pt x="3" y="13"/>
                    <a:pt x="0" y="11"/>
                    <a:pt x="0" y="9"/>
                  </a:cubicBezTo>
                  <a:cubicBezTo>
                    <a:pt x="1" y="7"/>
                    <a:pt x="0" y="8"/>
                    <a:pt x="2" y="7"/>
                  </a:cubicBezTo>
                  <a:cubicBezTo>
                    <a:pt x="4" y="5"/>
                    <a:pt x="6" y="3"/>
                    <a:pt x="7" y="2"/>
                  </a:cubicBezTo>
                  <a:cubicBezTo>
                    <a:pt x="11" y="0"/>
                    <a:pt x="13" y="1"/>
                    <a:pt x="14" y="4"/>
                  </a:cubicBezTo>
                  <a:cubicBezTo>
                    <a:pt x="15" y="7"/>
                    <a:pt x="14" y="9"/>
                    <a:pt x="13" y="11"/>
                  </a:cubicBezTo>
                  <a:cubicBezTo>
                    <a:pt x="12" y="13"/>
                    <a:pt x="10" y="15"/>
                    <a:pt x="9" y="16"/>
                  </a:cubicBezTo>
                  <a:cubicBezTo>
                    <a:pt x="9" y="17"/>
                    <a:pt x="8" y="17"/>
                    <a:pt x="8" y="1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3" name="Freeform 132">
              <a:extLst>
                <a:ext uri="{FF2B5EF4-FFF2-40B4-BE49-F238E27FC236}">
                  <a16:creationId xmlns:a16="http://schemas.microsoft.com/office/drawing/2014/main" id="{66371AB2-57B5-1643-B868-A8EF37478A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5407" y="2509460"/>
              <a:ext cx="90756" cy="98319"/>
            </a:xfrm>
            <a:custGeom>
              <a:avLst/>
              <a:gdLst>
                <a:gd name="T0" fmla="*/ 4 w 10"/>
                <a:gd name="T1" fmla="*/ 11 h 11"/>
                <a:gd name="T2" fmla="*/ 3 w 10"/>
                <a:gd name="T3" fmla="*/ 9 h 11"/>
                <a:gd name="T4" fmla="*/ 1 w 10"/>
                <a:gd name="T5" fmla="*/ 6 h 11"/>
                <a:gd name="T6" fmla="*/ 1 w 10"/>
                <a:gd name="T7" fmla="*/ 0 h 11"/>
                <a:gd name="T8" fmla="*/ 10 w 10"/>
                <a:gd name="T9" fmla="*/ 5 h 11"/>
                <a:gd name="T10" fmla="*/ 4 w 10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2" y="7"/>
                    <a:pt x="1" y="6"/>
                  </a:cubicBezTo>
                  <a:cubicBezTo>
                    <a:pt x="0" y="3"/>
                    <a:pt x="0" y="2"/>
                    <a:pt x="1" y="0"/>
                  </a:cubicBezTo>
                  <a:cubicBezTo>
                    <a:pt x="3" y="0"/>
                    <a:pt x="10" y="1"/>
                    <a:pt x="10" y="5"/>
                  </a:cubicBezTo>
                  <a:cubicBezTo>
                    <a:pt x="9" y="7"/>
                    <a:pt x="6" y="10"/>
                    <a:pt x="4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4" name="Freeform 133">
              <a:extLst>
                <a:ext uri="{FF2B5EF4-FFF2-40B4-BE49-F238E27FC236}">
                  <a16:creationId xmlns:a16="http://schemas.microsoft.com/office/drawing/2014/main" id="{42104678-2D26-FB8E-51B1-897A0FA662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56247" y="2880048"/>
              <a:ext cx="355462" cy="627731"/>
            </a:xfrm>
            <a:custGeom>
              <a:avLst/>
              <a:gdLst>
                <a:gd name="T0" fmla="*/ 22 w 38"/>
                <a:gd name="T1" fmla="*/ 64 h 66"/>
                <a:gd name="T2" fmla="*/ 13 w 38"/>
                <a:gd name="T3" fmla="*/ 61 h 66"/>
                <a:gd name="T4" fmla="*/ 13 w 38"/>
                <a:gd name="T5" fmla="*/ 59 h 66"/>
                <a:gd name="T6" fmla="*/ 13 w 38"/>
                <a:gd name="T7" fmla="*/ 59 h 66"/>
                <a:gd name="T8" fmla="*/ 8 w 38"/>
                <a:gd name="T9" fmla="*/ 46 h 66"/>
                <a:gd name="T10" fmla="*/ 7 w 38"/>
                <a:gd name="T11" fmla="*/ 42 h 66"/>
                <a:gd name="T12" fmla="*/ 10 w 38"/>
                <a:gd name="T13" fmla="*/ 44 h 66"/>
                <a:gd name="T14" fmla="*/ 11 w 38"/>
                <a:gd name="T15" fmla="*/ 42 h 66"/>
                <a:gd name="T16" fmla="*/ 11 w 38"/>
                <a:gd name="T17" fmla="*/ 33 h 66"/>
                <a:gd name="T18" fmla="*/ 8 w 38"/>
                <a:gd name="T19" fmla="*/ 31 h 66"/>
                <a:gd name="T20" fmla="*/ 4 w 38"/>
                <a:gd name="T21" fmla="*/ 34 h 66"/>
                <a:gd name="T22" fmla="*/ 4 w 38"/>
                <a:gd name="T23" fmla="*/ 27 h 66"/>
                <a:gd name="T24" fmla="*/ 0 w 38"/>
                <a:gd name="T25" fmla="*/ 23 h 66"/>
                <a:gd name="T26" fmla="*/ 6 w 38"/>
                <a:gd name="T27" fmla="*/ 21 h 66"/>
                <a:gd name="T28" fmla="*/ 10 w 38"/>
                <a:gd name="T29" fmla="*/ 23 h 66"/>
                <a:gd name="T30" fmla="*/ 11 w 38"/>
                <a:gd name="T31" fmla="*/ 25 h 66"/>
                <a:gd name="T32" fmla="*/ 12 w 38"/>
                <a:gd name="T33" fmla="*/ 24 h 66"/>
                <a:gd name="T34" fmla="*/ 12 w 38"/>
                <a:gd name="T35" fmla="*/ 17 h 66"/>
                <a:gd name="T36" fmla="*/ 7 w 38"/>
                <a:gd name="T37" fmla="*/ 10 h 66"/>
                <a:gd name="T38" fmla="*/ 12 w 38"/>
                <a:gd name="T39" fmla="*/ 6 h 66"/>
                <a:gd name="T40" fmla="*/ 13 w 38"/>
                <a:gd name="T41" fmla="*/ 1 h 66"/>
                <a:gd name="T42" fmla="*/ 14 w 38"/>
                <a:gd name="T43" fmla="*/ 0 h 66"/>
                <a:gd name="T44" fmla="*/ 16 w 38"/>
                <a:gd name="T45" fmla="*/ 1 h 66"/>
                <a:gd name="T46" fmla="*/ 18 w 38"/>
                <a:gd name="T47" fmla="*/ 12 h 66"/>
                <a:gd name="T48" fmla="*/ 17 w 38"/>
                <a:gd name="T49" fmla="*/ 8 h 66"/>
                <a:gd name="T50" fmla="*/ 22 w 38"/>
                <a:gd name="T51" fmla="*/ 3 h 66"/>
                <a:gd name="T52" fmla="*/ 25 w 38"/>
                <a:gd name="T53" fmla="*/ 7 h 66"/>
                <a:gd name="T54" fmla="*/ 26 w 38"/>
                <a:gd name="T55" fmla="*/ 8 h 66"/>
                <a:gd name="T56" fmla="*/ 35 w 38"/>
                <a:gd name="T57" fmla="*/ 15 h 66"/>
                <a:gd name="T58" fmla="*/ 37 w 38"/>
                <a:gd name="T59" fmla="*/ 19 h 66"/>
                <a:gd name="T60" fmla="*/ 37 w 38"/>
                <a:gd name="T61" fmla="*/ 20 h 66"/>
                <a:gd name="T62" fmla="*/ 37 w 38"/>
                <a:gd name="T63" fmla="*/ 20 h 66"/>
                <a:gd name="T64" fmla="*/ 36 w 38"/>
                <a:gd name="T65" fmla="*/ 24 h 66"/>
                <a:gd name="T66" fmla="*/ 23 w 38"/>
                <a:gd name="T67" fmla="*/ 15 h 66"/>
                <a:gd name="T68" fmla="*/ 23 w 38"/>
                <a:gd name="T69" fmla="*/ 15 h 66"/>
                <a:gd name="T70" fmla="*/ 27 w 38"/>
                <a:gd name="T71" fmla="*/ 25 h 66"/>
                <a:gd name="T72" fmla="*/ 22 w 38"/>
                <a:gd name="T73" fmla="*/ 27 h 66"/>
                <a:gd name="T74" fmla="*/ 22 w 38"/>
                <a:gd name="T75" fmla="*/ 25 h 66"/>
                <a:gd name="T76" fmla="*/ 15 w 38"/>
                <a:gd name="T77" fmla="*/ 19 h 66"/>
                <a:gd name="T78" fmla="*/ 16 w 38"/>
                <a:gd name="T79" fmla="*/ 27 h 66"/>
                <a:gd name="T80" fmla="*/ 17 w 38"/>
                <a:gd name="T81" fmla="*/ 31 h 66"/>
                <a:gd name="T82" fmla="*/ 21 w 38"/>
                <a:gd name="T83" fmla="*/ 35 h 66"/>
                <a:gd name="T84" fmla="*/ 22 w 38"/>
                <a:gd name="T85" fmla="*/ 38 h 66"/>
                <a:gd name="T86" fmla="*/ 22 w 38"/>
                <a:gd name="T87" fmla="*/ 39 h 66"/>
                <a:gd name="T88" fmla="*/ 22 w 38"/>
                <a:gd name="T89" fmla="*/ 44 h 66"/>
                <a:gd name="T90" fmla="*/ 21 w 38"/>
                <a:gd name="T91" fmla="*/ 44 h 66"/>
                <a:gd name="T92" fmla="*/ 17 w 38"/>
                <a:gd name="T93" fmla="*/ 38 h 66"/>
                <a:gd name="T94" fmla="*/ 16 w 38"/>
                <a:gd name="T95" fmla="*/ 44 h 66"/>
                <a:gd name="T96" fmla="*/ 13 w 38"/>
                <a:gd name="T97" fmla="*/ 46 h 66"/>
                <a:gd name="T98" fmla="*/ 13 w 38"/>
                <a:gd name="T99" fmla="*/ 46 h 66"/>
                <a:gd name="T100" fmla="*/ 12 w 38"/>
                <a:gd name="T101" fmla="*/ 47 h 66"/>
                <a:gd name="T102" fmla="*/ 14 w 38"/>
                <a:gd name="T103" fmla="*/ 50 h 66"/>
                <a:gd name="T104" fmla="*/ 23 w 38"/>
                <a:gd name="T105" fmla="*/ 62 h 66"/>
                <a:gd name="T106" fmla="*/ 22 w 38"/>
                <a:gd name="T107" fmla="*/ 64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8" h="66">
                  <a:moveTo>
                    <a:pt x="22" y="64"/>
                  </a:moveTo>
                  <a:cubicBezTo>
                    <a:pt x="19" y="66"/>
                    <a:pt x="12" y="65"/>
                    <a:pt x="13" y="61"/>
                  </a:cubicBezTo>
                  <a:cubicBezTo>
                    <a:pt x="13" y="60"/>
                    <a:pt x="13" y="59"/>
                    <a:pt x="13" y="59"/>
                  </a:cubicBezTo>
                  <a:cubicBezTo>
                    <a:pt x="13" y="59"/>
                    <a:pt x="13" y="59"/>
                    <a:pt x="13" y="59"/>
                  </a:cubicBezTo>
                  <a:cubicBezTo>
                    <a:pt x="12" y="54"/>
                    <a:pt x="9" y="50"/>
                    <a:pt x="8" y="46"/>
                  </a:cubicBezTo>
                  <a:cubicBezTo>
                    <a:pt x="7" y="45"/>
                    <a:pt x="7" y="44"/>
                    <a:pt x="7" y="42"/>
                  </a:cubicBezTo>
                  <a:cubicBezTo>
                    <a:pt x="8" y="42"/>
                    <a:pt x="9" y="43"/>
                    <a:pt x="10" y="44"/>
                  </a:cubicBezTo>
                  <a:cubicBezTo>
                    <a:pt x="11" y="44"/>
                    <a:pt x="11" y="43"/>
                    <a:pt x="11" y="42"/>
                  </a:cubicBezTo>
                  <a:cubicBezTo>
                    <a:pt x="11" y="39"/>
                    <a:pt x="11" y="36"/>
                    <a:pt x="11" y="33"/>
                  </a:cubicBezTo>
                  <a:cubicBezTo>
                    <a:pt x="10" y="32"/>
                    <a:pt x="9" y="31"/>
                    <a:pt x="8" y="31"/>
                  </a:cubicBezTo>
                  <a:cubicBezTo>
                    <a:pt x="8" y="32"/>
                    <a:pt x="6" y="37"/>
                    <a:pt x="4" y="34"/>
                  </a:cubicBezTo>
                  <a:cubicBezTo>
                    <a:pt x="5" y="32"/>
                    <a:pt x="5" y="29"/>
                    <a:pt x="4" y="27"/>
                  </a:cubicBezTo>
                  <a:cubicBezTo>
                    <a:pt x="2" y="25"/>
                    <a:pt x="0" y="24"/>
                    <a:pt x="0" y="23"/>
                  </a:cubicBezTo>
                  <a:cubicBezTo>
                    <a:pt x="0" y="20"/>
                    <a:pt x="4" y="20"/>
                    <a:pt x="6" y="21"/>
                  </a:cubicBezTo>
                  <a:cubicBezTo>
                    <a:pt x="8" y="21"/>
                    <a:pt x="8" y="17"/>
                    <a:pt x="10" y="23"/>
                  </a:cubicBezTo>
                  <a:cubicBezTo>
                    <a:pt x="10" y="24"/>
                    <a:pt x="11" y="24"/>
                    <a:pt x="11" y="25"/>
                  </a:cubicBezTo>
                  <a:cubicBezTo>
                    <a:pt x="12" y="25"/>
                    <a:pt x="12" y="24"/>
                    <a:pt x="12" y="24"/>
                  </a:cubicBezTo>
                  <a:cubicBezTo>
                    <a:pt x="12" y="22"/>
                    <a:pt x="12" y="19"/>
                    <a:pt x="12" y="17"/>
                  </a:cubicBezTo>
                  <a:cubicBezTo>
                    <a:pt x="10" y="15"/>
                    <a:pt x="8" y="13"/>
                    <a:pt x="7" y="10"/>
                  </a:cubicBezTo>
                  <a:cubicBezTo>
                    <a:pt x="7" y="8"/>
                    <a:pt x="10" y="6"/>
                    <a:pt x="12" y="6"/>
                  </a:cubicBezTo>
                  <a:cubicBezTo>
                    <a:pt x="13" y="4"/>
                    <a:pt x="13" y="3"/>
                    <a:pt x="13" y="1"/>
                  </a:cubicBezTo>
                  <a:cubicBezTo>
                    <a:pt x="13" y="1"/>
                    <a:pt x="13" y="1"/>
                    <a:pt x="14" y="0"/>
                  </a:cubicBezTo>
                  <a:cubicBezTo>
                    <a:pt x="15" y="0"/>
                    <a:pt x="15" y="0"/>
                    <a:pt x="16" y="1"/>
                  </a:cubicBezTo>
                  <a:cubicBezTo>
                    <a:pt x="18" y="3"/>
                    <a:pt x="14" y="11"/>
                    <a:pt x="18" y="12"/>
                  </a:cubicBezTo>
                  <a:cubicBezTo>
                    <a:pt x="19" y="11"/>
                    <a:pt x="18" y="9"/>
                    <a:pt x="17" y="8"/>
                  </a:cubicBezTo>
                  <a:cubicBezTo>
                    <a:pt x="17" y="6"/>
                    <a:pt x="20" y="4"/>
                    <a:pt x="22" y="3"/>
                  </a:cubicBezTo>
                  <a:cubicBezTo>
                    <a:pt x="26" y="3"/>
                    <a:pt x="25" y="4"/>
                    <a:pt x="25" y="7"/>
                  </a:cubicBezTo>
                  <a:cubicBezTo>
                    <a:pt x="26" y="7"/>
                    <a:pt x="26" y="8"/>
                    <a:pt x="26" y="8"/>
                  </a:cubicBezTo>
                  <a:cubicBezTo>
                    <a:pt x="30" y="11"/>
                    <a:pt x="30" y="11"/>
                    <a:pt x="35" y="15"/>
                  </a:cubicBezTo>
                  <a:cubicBezTo>
                    <a:pt x="36" y="16"/>
                    <a:pt x="37" y="17"/>
                    <a:pt x="37" y="19"/>
                  </a:cubicBezTo>
                  <a:cubicBezTo>
                    <a:pt x="37" y="19"/>
                    <a:pt x="37" y="19"/>
                    <a:pt x="37" y="20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1"/>
                    <a:pt x="38" y="24"/>
                    <a:pt x="36" y="24"/>
                  </a:cubicBezTo>
                  <a:cubicBezTo>
                    <a:pt x="32" y="21"/>
                    <a:pt x="27" y="18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7"/>
                    <a:pt x="27" y="22"/>
                    <a:pt x="27" y="25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22" y="26"/>
                    <a:pt x="22" y="26"/>
                    <a:pt x="22" y="25"/>
                  </a:cubicBezTo>
                  <a:cubicBezTo>
                    <a:pt x="21" y="23"/>
                    <a:pt x="17" y="21"/>
                    <a:pt x="15" y="19"/>
                  </a:cubicBezTo>
                  <a:cubicBezTo>
                    <a:pt x="14" y="21"/>
                    <a:pt x="16" y="25"/>
                    <a:pt x="16" y="27"/>
                  </a:cubicBezTo>
                  <a:cubicBezTo>
                    <a:pt x="16" y="28"/>
                    <a:pt x="16" y="30"/>
                    <a:pt x="17" y="31"/>
                  </a:cubicBezTo>
                  <a:cubicBezTo>
                    <a:pt x="18" y="32"/>
                    <a:pt x="19" y="34"/>
                    <a:pt x="21" y="35"/>
                  </a:cubicBezTo>
                  <a:cubicBezTo>
                    <a:pt x="21" y="36"/>
                    <a:pt x="22" y="37"/>
                    <a:pt x="22" y="38"/>
                  </a:cubicBezTo>
                  <a:cubicBezTo>
                    <a:pt x="22" y="38"/>
                    <a:pt x="22" y="38"/>
                    <a:pt x="22" y="39"/>
                  </a:cubicBezTo>
                  <a:cubicBezTo>
                    <a:pt x="23" y="40"/>
                    <a:pt x="24" y="44"/>
                    <a:pt x="22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0" y="41"/>
                    <a:pt x="18" y="39"/>
                    <a:pt x="17" y="38"/>
                  </a:cubicBezTo>
                  <a:cubicBezTo>
                    <a:pt x="16" y="40"/>
                    <a:pt x="17" y="42"/>
                    <a:pt x="16" y="44"/>
                  </a:cubicBezTo>
                  <a:cubicBezTo>
                    <a:pt x="15" y="45"/>
                    <a:pt x="14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2" y="46"/>
                    <a:pt x="12" y="46"/>
                    <a:pt x="12" y="47"/>
                  </a:cubicBezTo>
                  <a:cubicBezTo>
                    <a:pt x="12" y="48"/>
                    <a:pt x="13" y="49"/>
                    <a:pt x="14" y="50"/>
                  </a:cubicBezTo>
                  <a:cubicBezTo>
                    <a:pt x="16" y="54"/>
                    <a:pt x="19" y="58"/>
                    <a:pt x="23" y="62"/>
                  </a:cubicBezTo>
                  <a:cubicBezTo>
                    <a:pt x="23" y="63"/>
                    <a:pt x="23" y="63"/>
                    <a:pt x="22" y="6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5" name="Freeform 134">
              <a:extLst>
                <a:ext uri="{FF2B5EF4-FFF2-40B4-BE49-F238E27FC236}">
                  <a16:creationId xmlns:a16="http://schemas.microsoft.com/office/drawing/2014/main" id="{88E1860A-3BF9-254D-CEFD-089D581333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306" y="3235510"/>
              <a:ext cx="98319" cy="83193"/>
            </a:xfrm>
            <a:custGeom>
              <a:avLst/>
              <a:gdLst>
                <a:gd name="T0" fmla="*/ 9 w 11"/>
                <a:gd name="T1" fmla="*/ 9 h 9"/>
                <a:gd name="T2" fmla="*/ 7 w 11"/>
                <a:gd name="T3" fmla="*/ 7 h 9"/>
                <a:gd name="T4" fmla="*/ 0 w 11"/>
                <a:gd name="T5" fmla="*/ 2 h 9"/>
                <a:gd name="T6" fmla="*/ 0 w 11"/>
                <a:gd name="T7" fmla="*/ 1 h 9"/>
                <a:gd name="T8" fmla="*/ 7 w 11"/>
                <a:gd name="T9" fmla="*/ 0 h 9"/>
                <a:gd name="T10" fmla="*/ 9 w 1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9">
                  <a:moveTo>
                    <a:pt x="9" y="9"/>
                  </a:moveTo>
                  <a:cubicBezTo>
                    <a:pt x="8" y="9"/>
                    <a:pt x="7" y="8"/>
                    <a:pt x="7" y="7"/>
                  </a:cubicBezTo>
                  <a:cubicBezTo>
                    <a:pt x="3" y="6"/>
                    <a:pt x="1" y="5"/>
                    <a:pt x="0" y="2"/>
                  </a:cubicBezTo>
                  <a:cubicBezTo>
                    <a:pt x="0" y="2"/>
                    <a:pt x="0" y="2"/>
                    <a:pt x="0" y="1"/>
                  </a:cubicBezTo>
                  <a:cubicBezTo>
                    <a:pt x="2" y="1"/>
                    <a:pt x="5" y="0"/>
                    <a:pt x="7" y="0"/>
                  </a:cubicBezTo>
                  <a:cubicBezTo>
                    <a:pt x="11" y="1"/>
                    <a:pt x="10" y="6"/>
                    <a:pt x="9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6" name="Freeform 135">
              <a:extLst>
                <a:ext uri="{FF2B5EF4-FFF2-40B4-BE49-F238E27FC236}">
                  <a16:creationId xmlns:a16="http://schemas.microsoft.com/office/drawing/2014/main" id="{9385451A-C751-0D12-55BF-E037041740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12550" y="3137191"/>
              <a:ext cx="105882" cy="98319"/>
            </a:xfrm>
            <a:custGeom>
              <a:avLst/>
              <a:gdLst>
                <a:gd name="T0" fmla="*/ 10 w 11"/>
                <a:gd name="T1" fmla="*/ 10 h 10"/>
                <a:gd name="T2" fmla="*/ 9 w 11"/>
                <a:gd name="T3" fmla="*/ 10 h 10"/>
                <a:gd name="T4" fmla="*/ 8 w 11"/>
                <a:gd name="T5" fmla="*/ 8 h 10"/>
                <a:gd name="T6" fmla="*/ 1 w 11"/>
                <a:gd name="T7" fmla="*/ 2 h 10"/>
                <a:gd name="T8" fmla="*/ 4 w 11"/>
                <a:gd name="T9" fmla="*/ 2 h 10"/>
                <a:gd name="T10" fmla="*/ 11 w 11"/>
                <a:gd name="T11" fmla="*/ 5 h 10"/>
                <a:gd name="T12" fmla="*/ 10 w 11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0">
                  <a:moveTo>
                    <a:pt x="10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4" y="8"/>
                    <a:pt x="0" y="6"/>
                    <a:pt x="1" y="2"/>
                  </a:cubicBezTo>
                  <a:cubicBezTo>
                    <a:pt x="2" y="1"/>
                    <a:pt x="2" y="2"/>
                    <a:pt x="4" y="2"/>
                  </a:cubicBezTo>
                  <a:cubicBezTo>
                    <a:pt x="7" y="2"/>
                    <a:pt x="11" y="0"/>
                    <a:pt x="11" y="5"/>
                  </a:cubicBezTo>
                  <a:cubicBezTo>
                    <a:pt x="11" y="6"/>
                    <a:pt x="10" y="8"/>
                    <a:pt x="10" y="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7" name="Freeform 136">
              <a:extLst>
                <a:ext uri="{FF2B5EF4-FFF2-40B4-BE49-F238E27FC236}">
                  <a16:creationId xmlns:a16="http://schemas.microsoft.com/office/drawing/2014/main" id="{3D763BFB-BDF3-1141-0D89-DB245476A0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749525" y="3212821"/>
              <a:ext cx="1232773" cy="1066386"/>
            </a:xfrm>
            <a:custGeom>
              <a:avLst/>
              <a:gdLst>
                <a:gd name="T0" fmla="*/ 132 w 132"/>
                <a:gd name="T1" fmla="*/ 6 h 113"/>
                <a:gd name="T2" fmla="*/ 98 w 132"/>
                <a:gd name="T3" fmla="*/ 6 h 113"/>
                <a:gd name="T4" fmla="*/ 79 w 132"/>
                <a:gd name="T5" fmla="*/ 25 h 113"/>
                <a:gd name="T6" fmla="*/ 73 w 132"/>
                <a:gd name="T7" fmla="*/ 12 h 113"/>
                <a:gd name="T8" fmla="*/ 83 w 132"/>
                <a:gd name="T9" fmla="*/ 8 h 113"/>
                <a:gd name="T10" fmla="*/ 57 w 132"/>
                <a:gd name="T11" fmla="*/ 8 h 113"/>
                <a:gd name="T12" fmla="*/ 53 w 132"/>
                <a:gd name="T13" fmla="*/ 25 h 113"/>
                <a:gd name="T14" fmla="*/ 34 w 132"/>
                <a:gd name="T15" fmla="*/ 6 h 113"/>
                <a:gd name="T16" fmla="*/ 0 w 132"/>
                <a:gd name="T17" fmla="*/ 6 h 113"/>
                <a:gd name="T18" fmla="*/ 24 w 132"/>
                <a:gd name="T19" fmla="*/ 16 h 113"/>
                <a:gd name="T20" fmla="*/ 27 w 132"/>
                <a:gd name="T21" fmla="*/ 22 h 113"/>
                <a:gd name="T22" fmla="*/ 9 w 132"/>
                <a:gd name="T23" fmla="*/ 22 h 113"/>
                <a:gd name="T24" fmla="*/ 31 w 132"/>
                <a:gd name="T25" fmla="*/ 32 h 113"/>
                <a:gd name="T26" fmla="*/ 34 w 132"/>
                <a:gd name="T27" fmla="*/ 38 h 113"/>
                <a:gd name="T28" fmla="*/ 20 w 132"/>
                <a:gd name="T29" fmla="*/ 39 h 113"/>
                <a:gd name="T30" fmla="*/ 38 w 132"/>
                <a:gd name="T31" fmla="*/ 48 h 113"/>
                <a:gd name="T32" fmla="*/ 41 w 132"/>
                <a:gd name="T33" fmla="*/ 54 h 113"/>
                <a:gd name="T34" fmla="*/ 30 w 132"/>
                <a:gd name="T35" fmla="*/ 54 h 113"/>
                <a:gd name="T36" fmla="*/ 45 w 132"/>
                <a:gd name="T37" fmla="*/ 63 h 113"/>
                <a:gd name="T38" fmla="*/ 47 w 132"/>
                <a:gd name="T39" fmla="*/ 69 h 113"/>
                <a:gd name="T40" fmla="*/ 39 w 132"/>
                <a:gd name="T41" fmla="*/ 69 h 113"/>
                <a:gd name="T42" fmla="*/ 51 w 132"/>
                <a:gd name="T43" fmla="*/ 78 h 113"/>
                <a:gd name="T44" fmla="*/ 51 w 132"/>
                <a:gd name="T45" fmla="*/ 89 h 113"/>
                <a:gd name="T46" fmla="*/ 66 w 132"/>
                <a:gd name="T47" fmla="*/ 113 h 113"/>
                <a:gd name="T48" fmla="*/ 81 w 132"/>
                <a:gd name="T49" fmla="*/ 89 h 113"/>
                <a:gd name="T50" fmla="*/ 81 w 132"/>
                <a:gd name="T51" fmla="*/ 78 h 113"/>
                <a:gd name="T52" fmla="*/ 92 w 132"/>
                <a:gd name="T53" fmla="*/ 69 h 113"/>
                <a:gd name="T54" fmla="*/ 85 w 132"/>
                <a:gd name="T55" fmla="*/ 69 h 113"/>
                <a:gd name="T56" fmla="*/ 87 w 132"/>
                <a:gd name="T57" fmla="*/ 63 h 113"/>
                <a:gd name="T58" fmla="*/ 102 w 132"/>
                <a:gd name="T59" fmla="*/ 54 h 113"/>
                <a:gd name="T60" fmla="*/ 91 w 132"/>
                <a:gd name="T61" fmla="*/ 54 h 113"/>
                <a:gd name="T62" fmla="*/ 93 w 132"/>
                <a:gd name="T63" fmla="*/ 48 h 113"/>
                <a:gd name="T64" fmla="*/ 111 w 132"/>
                <a:gd name="T65" fmla="*/ 39 h 113"/>
                <a:gd name="T66" fmla="*/ 97 w 132"/>
                <a:gd name="T67" fmla="*/ 38 h 113"/>
                <a:gd name="T68" fmla="*/ 100 w 132"/>
                <a:gd name="T69" fmla="*/ 32 h 113"/>
                <a:gd name="T70" fmla="*/ 123 w 132"/>
                <a:gd name="T71" fmla="*/ 22 h 113"/>
                <a:gd name="T72" fmla="*/ 105 w 132"/>
                <a:gd name="T73" fmla="*/ 22 h 113"/>
                <a:gd name="T74" fmla="*/ 107 w 132"/>
                <a:gd name="T75" fmla="*/ 16 h 113"/>
                <a:gd name="T76" fmla="*/ 132 w 132"/>
                <a:gd name="T77" fmla="*/ 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2" h="113">
                  <a:moveTo>
                    <a:pt x="132" y="6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88" y="6"/>
                    <a:pt x="83" y="16"/>
                    <a:pt x="79" y="25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77" y="3"/>
                    <a:pt x="59" y="0"/>
                    <a:pt x="57" y="8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0" y="17"/>
                    <a:pt x="45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4" y="14"/>
                    <a:pt x="8" y="17"/>
                    <a:pt x="24" y="16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32"/>
                    <a:pt x="17" y="32"/>
                    <a:pt x="31" y="32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3" y="45"/>
                    <a:pt x="27" y="48"/>
                    <a:pt x="38" y="48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4" y="61"/>
                    <a:pt x="36" y="64"/>
                    <a:pt x="45" y="6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43" y="77"/>
                    <a:pt x="46" y="77"/>
                    <a:pt x="51" y="78"/>
                  </a:cubicBezTo>
                  <a:cubicBezTo>
                    <a:pt x="55" y="78"/>
                    <a:pt x="56" y="86"/>
                    <a:pt x="51" y="89"/>
                  </a:cubicBezTo>
                  <a:cubicBezTo>
                    <a:pt x="66" y="113"/>
                    <a:pt x="66" y="113"/>
                    <a:pt x="66" y="113"/>
                  </a:cubicBezTo>
                  <a:cubicBezTo>
                    <a:pt x="81" y="89"/>
                    <a:pt x="81" y="89"/>
                    <a:pt x="81" y="89"/>
                  </a:cubicBezTo>
                  <a:cubicBezTo>
                    <a:pt x="76" y="86"/>
                    <a:pt x="76" y="78"/>
                    <a:pt x="81" y="78"/>
                  </a:cubicBezTo>
                  <a:cubicBezTo>
                    <a:pt x="85" y="77"/>
                    <a:pt x="89" y="77"/>
                    <a:pt x="92" y="69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87" y="63"/>
                    <a:pt x="87" y="63"/>
                    <a:pt x="87" y="63"/>
                  </a:cubicBezTo>
                  <a:cubicBezTo>
                    <a:pt x="96" y="64"/>
                    <a:pt x="98" y="60"/>
                    <a:pt x="102" y="54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105" y="48"/>
                    <a:pt x="108" y="45"/>
                    <a:pt x="111" y="39"/>
                  </a:cubicBezTo>
                  <a:cubicBezTo>
                    <a:pt x="97" y="38"/>
                    <a:pt x="97" y="38"/>
                    <a:pt x="97" y="38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15" y="32"/>
                    <a:pt x="118" y="32"/>
                    <a:pt x="123" y="2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7" y="16"/>
                    <a:pt x="107" y="16"/>
                    <a:pt x="107" y="16"/>
                  </a:cubicBezTo>
                  <a:cubicBezTo>
                    <a:pt x="123" y="17"/>
                    <a:pt x="128" y="14"/>
                    <a:pt x="132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8" name="Freeform 137">
              <a:extLst>
                <a:ext uri="{FF2B5EF4-FFF2-40B4-BE49-F238E27FC236}">
                  <a16:creationId xmlns:a16="http://schemas.microsoft.com/office/drawing/2014/main" id="{B7E62C36-4F7C-64A6-DD10-891B1E2963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04987" y="2993493"/>
              <a:ext cx="484034" cy="325210"/>
            </a:xfrm>
            <a:custGeom>
              <a:avLst/>
              <a:gdLst>
                <a:gd name="T0" fmla="*/ 51 w 52"/>
                <a:gd name="T1" fmla="*/ 10 h 34"/>
                <a:gd name="T2" fmla="*/ 48 w 52"/>
                <a:gd name="T3" fmla="*/ 10 h 34"/>
                <a:gd name="T4" fmla="*/ 47 w 52"/>
                <a:gd name="T5" fmla="*/ 8 h 34"/>
                <a:gd name="T6" fmla="*/ 50 w 52"/>
                <a:gd name="T7" fmla="*/ 7 h 34"/>
                <a:gd name="T8" fmla="*/ 52 w 52"/>
                <a:gd name="T9" fmla="*/ 2 h 34"/>
                <a:gd name="T10" fmla="*/ 44 w 52"/>
                <a:gd name="T11" fmla="*/ 3 h 34"/>
                <a:gd name="T12" fmla="*/ 36 w 52"/>
                <a:gd name="T13" fmla="*/ 1 h 34"/>
                <a:gd name="T14" fmla="*/ 36 w 52"/>
                <a:gd name="T15" fmla="*/ 3 h 34"/>
                <a:gd name="T16" fmla="*/ 35 w 52"/>
                <a:gd name="T17" fmla="*/ 4 h 34"/>
                <a:gd name="T18" fmla="*/ 35 w 52"/>
                <a:gd name="T19" fmla="*/ 5 h 34"/>
                <a:gd name="T20" fmla="*/ 34 w 52"/>
                <a:gd name="T21" fmla="*/ 7 h 34"/>
                <a:gd name="T22" fmla="*/ 34 w 52"/>
                <a:gd name="T23" fmla="*/ 6 h 34"/>
                <a:gd name="T24" fmla="*/ 30 w 52"/>
                <a:gd name="T25" fmla="*/ 5 h 34"/>
                <a:gd name="T26" fmla="*/ 28 w 52"/>
                <a:gd name="T27" fmla="*/ 9 h 34"/>
                <a:gd name="T28" fmla="*/ 28 w 52"/>
                <a:gd name="T29" fmla="*/ 10 h 34"/>
                <a:gd name="T30" fmla="*/ 31 w 52"/>
                <a:gd name="T31" fmla="*/ 11 h 34"/>
                <a:gd name="T32" fmla="*/ 33 w 52"/>
                <a:gd name="T33" fmla="*/ 12 h 34"/>
                <a:gd name="T34" fmla="*/ 30 w 52"/>
                <a:gd name="T35" fmla="*/ 14 h 34"/>
                <a:gd name="T36" fmla="*/ 26 w 52"/>
                <a:gd name="T37" fmla="*/ 14 h 34"/>
                <a:gd name="T38" fmla="*/ 13 w 52"/>
                <a:gd name="T39" fmla="*/ 11 h 34"/>
                <a:gd name="T40" fmla="*/ 13 w 52"/>
                <a:gd name="T41" fmla="*/ 12 h 34"/>
                <a:gd name="T42" fmla="*/ 20 w 52"/>
                <a:gd name="T43" fmla="*/ 16 h 34"/>
                <a:gd name="T44" fmla="*/ 32 w 52"/>
                <a:gd name="T45" fmla="*/ 20 h 34"/>
                <a:gd name="T46" fmla="*/ 31 w 52"/>
                <a:gd name="T47" fmla="*/ 20 h 34"/>
                <a:gd name="T48" fmla="*/ 24 w 52"/>
                <a:gd name="T49" fmla="*/ 20 h 34"/>
                <a:gd name="T50" fmla="*/ 19 w 52"/>
                <a:gd name="T51" fmla="*/ 19 h 34"/>
                <a:gd name="T52" fmla="*/ 18 w 52"/>
                <a:gd name="T53" fmla="*/ 19 h 34"/>
                <a:gd name="T54" fmla="*/ 4 w 52"/>
                <a:gd name="T55" fmla="*/ 14 h 34"/>
                <a:gd name="T56" fmla="*/ 2 w 52"/>
                <a:gd name="T57" fmla="*/ 12 h 34"/>
                <a:gd name="T58" fmla="*/ 3 w 52"/>
                <a:gd name="T59" fmla="*/ 20 h 34"/>
                <a:gd name="T60" fmla="*/ 13 w 52"/>
                <a:gd name="T61" fmla="*/ 23 h 34"/>
                <a:gd name="T62" fmla="*/ 13 w 52"/>
                <a:gd name="T63" fmla="*/ 24 h 34"/>
                <a:gd name="T64" fmla="*/ 9 w 52"/>
                <a:gd name="T65" fmla="*/ 27 h 34"/>
                <a:gd name="T66" fmla="*/ 4 w 52"/>
                <a:gd name="T67" fmla="*/ 26 h 34"/>
                <a:gd name="T68" fmla="*/ 9 w 52"/>
                <a:gd name="T69" fmla="*/ 33 h 34"/>
                <a:gd name="T70" fmla="*/ 10 w 52"/>
                <a:gd name="T71" fmla="*/ 34 h 34"/>
                <a:gd name="T72" fmla="*/ 18 w 52"/>
                <a:gd name="T73" fmla="*/ 28 h 34"/>
                <a:gd name="T74" fmla="*/ 23 w 52"/>
                <a:gd name="T75" fmla="*/ 28 h 34"/>
                <a:gd name="T76" fmla="*/ 22 w 52"/>
                <a:gd name="T77" fmla="*/ 23 h 34"/>
                <a:gd name="T78" fmla="*/ 23 w 52"/>
                <a:gd name="T79" fmla="*/ 21 h 34"/>
                <a:gd name="T80" fmla="*/ 30 w 52"/>
                <a:gd name="T81" fmla="*/ 22 h 34"/>
                <a:gd name="T82" fmla="*/ 36 w 52"/>
                <a:gd name="T83" fmla="*/ 25 h 34"/>
                <a:gd name="T84" fmla="*/ 39 w 52"/>
                <a:gd name="T85" fmla="*/ 21 h 34"/>
                <a:gd name="T86" fmla="*/ 39 w 52"/>
                <a:gd name="T87" fmla="*/ 20 h 34"/>
                <a:gd name="T88" fmla="*/ 51 w 52"/>
                <a:gd name="T89" fmla="*/ 14 h 34"/>
                <a:gd name="T90" fmla="*/ 38 w 52"/>
                <a:gd name="T91" fmla="*/ 14 h 34"/>
                <a:gd name="T92" fmla="*/ 38 w 52"/>
                <a:gd name="T93" fmla="*/ 12 h 34"/>
                <a:gd name="T94" fmla="*/ 36 w 52"/>
                <a:gd name="T95" fmla="*/ 11 h 34"/>
                <a:gd name="T96" fmla="*/ 36 w 52"/>
                <a:gd name="T97" fmla="*/ 10 h 34"/>
                <a:gd name="T98" fmla="*/ 40 w 52"/>
                <a:gd name="T99" fmla="*/ 9 h 34"/>
                <a:gd name="T100" fmla="*/ 43 w 52"/>
                <a:gd name="T101" fmla="*/ 14 h 34"/>
                <a:gd name="T102" fmla="*/ 38 w 52"/>
                <a:gd name="T103" fmla="*/ 1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2" h="34">
                  <a:moveTo>
                    <a:pt x="51" y="13"/>
                  </a:move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1" y="11"/>
                    <a:pt x="51" y="10"/>
                  </a:cubicBezTo>
                  <a:cubicBezTo>
                    <a:pt x="51" y="10"/>
                    <a:pt x="50" y="10"/>
                    <a:pt x="50" y="10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7"/>
                    <a:pt x="49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51" y="6"/>
                    <a:pt x="52" y="4"/>
                    <a:pt x="52" y="2"/>
                  </a:cubicBezTo>
                  <a:cubicBezTo>
                    <a:pt x="52" y="2"/>
                    <a:pt x="51" y="2"/>
                    <a:pt x="50" y="2"/>
                  </a:cubicBezTo>
                  <a:cubicBezTo>
                    <a:pt x="49" y="2"/>
                    <a:pt x="48" y="2"/>
                    <a:pt x="46" y="3"/>
                  </a:cubicBezTo>
                  <a:cubicBezTo>
                    <a:pt x="46" y="3"/>
                    <a:pt x="45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1" y="2"/>
                    <a:pt x="41" y="2"/>
                    <a:pt x="36" y="0"/>
                  </a:cubicBezTo>
                  <a:cubicBezTo>
                    <a:pt x="36" y="0"/>
                    <a:pt x="36" y="0"/>
                    <a:pt x="36" y="1"/>
                  </a:cubicBezTo>
                  <a:cubicBezTo>
                    <a:pt x="35" y="1"/>
                    <a:pt x="35" y="2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3" y="6"/>
                    <a:pt x="33" y="6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8"/>
                    <a:pt x="28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6" y="8"/>
                    <a:pt x="26" y="9"/>
                    <a:pt x="26" y="9"/>
                  </a:cubicBezTo>
                  <a:cubicBezTo>
                    <a:pt x="26" y="10"/>
                    <a:pt x="26" y="10"/>
                    <a:pt x="28" y="10"/>
                  </a:cubicBezTo>
                  <a:cubicBezTo>
                    <a:pt x="29" y="10"/>
                    <a:pt x="29" y="11"/>
                    <a:pt x="30" y="11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2"/>
                    <a:pt x="31" y="13"/>
                    <a:pt x="30" y="13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2" y="13"/>
                    <a:pt x="18" y="12"/>
                    <a:pt x="15" y="11"/>
                  </a:cubicBezTo>
                  <a:cubicBezTo>
                    <a:pt x="15" y="11"/>
                    <a:pt x="14" y="11"/>
                    <a:pt x="13" y="11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2" y="11"/>
                    <a:pt x="12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3"/>
                    <a:pt x="14" y="15"/>
                    <a:pt x="16" y="16"/>
                  </a:cubicBezTo>
                  <a:cubicBezTo>
                    <a:pt x="17" y="16"/>
                    <a:pt x="18" y="16"/>
                    <a:pt x="20" y="16"/>
                  </a:cubicBezTo>
                  <a:cubicBezTo>
                    <a:pt x="23" y="16"/>
                    <a:pt x="28" y="17"/>
                    <a:pt x="31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0" y="20"/>
                    <a:pt x="30" y="21"/>
                    <a:pt x="30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6" y="20"/>
                    <a:pt x="26" y="20"/>
                    <a:pt x="24" y="20"/>
                  </a:cubicBezTo>
                  <a:cubicBezTo>
                    <a:pt x="23" y="19"/>
                    <a:pt x="22" y="18"/>
                    <a:pt x="21" y="18"/>
                  </a:cubicBezTo>
                  <a:cubicBezTo>
                    <a:pt x="21" y="18"/>
                    <a:pt x="20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19"/>
                    <a:pt x="19" y="19"/>
                    <a:pt x="19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6" y="19"/>
                    <a:pt x="15" y="18"/>
                    <a:pt x="14" y="18"/>
                  </a:cubicBezTo>
                  <a:cubicBezTo>
                    <a:pt x="10" y="17"/>
                    <a:pt x="7" y="16"/>
                    <a:pt x="4" y="14"/>
                  </a:cubicBezTo>
                  <a:cubicBezTo>
                    <a:pt x="3" y="13"/>
                    <a:pt x="3" y="13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0" y="14"/>
                    <a:pt x="2" y="19"/>
                    <a:pt x="3" y="20"/>
                  </a:cubicBezTo>
                  <a:cubicBezTo>
                    <a:pt x="4" y="20"/>
                    <a:pt x="5" y="21"/>
                    <a:pt x="6" y="21"/>
                  </a:cubicBezTo>
                  <a:cubicBezTo>
                    <a:pt x="8" y="21"/>
                    <a:pt x="11" y="22"/>
                    <a:pt x="12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2" y="25"/>
                    <a:pt x="11" y="26"/>
                    <a:pt x="10" y="26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9" y="28"/>
                    <a:pt x="8" y="28"/>
                    <a:pt x="8" y="28"/>
                  </a:cubicBezTo>
                  <a:cubicBezTo>
                    <a:pt x="7" y="28"/>
                    <a:pt x="5" y="27"/>
                    <a:pt x="4" y="26"/>
                  </a:cubicBezTo>
                  <a:cubicBezTo>
                    <a:pt x="4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9"/>
                    <a:pt x="6" y="31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4"/>
                    <a:pt x="15" y="31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21" y="27"/>
                    <a:pt x="22" y="27"/>
                    <a:pt x="23" y="28"/>
                  </a:cubicBezTo>
                  <a:cubicBezTo>
                    <a:pt x="24" y="28"/>
                    <a:pt x="25" y="26"/>
                    <a:pt x="25" y="25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24" y="24"/>
                    <a:pt x="23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6" y="21"/>
                    <a:pt x="28" y="22"/>
                    <a:pt x="30" y="2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4"/>
                    <a:pt x="35" y="25"/>
                    <a:pt x="36" y="25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3"/>
                    <a:pt x="39" y="22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40" y="21"/>
                    <a:pt x="40" y="21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40" y="20"/>
                    <a:pt x="40" y="20"/>
                  </a:cubicBezTo>
                  <a:cubicBezTo>
                    <a:pt x="43" y="19"/>
                    <a:pt x="47" y="17"/>
                    <a:pt x="50" y="16"/>
                  </a:cubicBezTo>
                  <a:cubicBezTo>
                    <a:pt x="51" y="15"/>
                    <a:pt x="52" y="15"/>
                    <a:pt x="51" y="14"/>
                  </a:cubicBezTo>
                  <a:cubicBezTo>
                    <a:pt x="51" y="13"/>
                    <a:pt x="51" y="13"/>
                    <a:pt x="51" y="13"/>
                  </a:cubicBezTo>
                  <a:moveTo>
                    <a:pt x="37" y="15"/>
                  </a:moveTo>
                  <a:cubicBezTo>
                    <a:pt x="38" y="14"/>
                    <a:pt x="38" y="14"/>
                    <a:pt x="38" y="14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1" y="10"/>
                    <a:pt x="43" y="11"/>
                    <a:pt x="43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2" y="15"/>
                    <a:pt x="40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7" y="15"/>
                    <a:pt x="37" y="15"/>
                    <a:pt x="3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AB090F80-5126-9FF9-6228-BDCFD892C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0 w 8"/>
                <a:gd name="T3" fmla="*/ 14 h 15"/>
                <a:gd name="T4" fmla="*/ 2 w 8"/>
                <a:gd name="T5" fmla="*/ 9 h 15"/>
                <a:gd name="T6" fmla="*/ 3 w 8"/>
                <a:gd name="T7" fmla="*/ 8 h 15"/>
                <a:gd name="T8" fmla="*/ 3 w 8"/>
                <a:gd name="T9" fmla="*/ 8 h 15"/>
                <a:gd name="T10" fmla="*/ 3 w 8"/>
                <a:gd name="T11" fmla="*/ 7 h 15"/>
                <a:gd name="T12" fmla="*/ 4 w 8"/>
                <a:gd name="T13" fmla="*/ 5 h 15"/>
                <a:gd name="T14" fmla="*/ 5 w 8"/>
                <a:gd name="T15" fmla="*/ 4 h 15"/>
                <a:gd name="T16" fmla="*/ 7 w 8"/>
                <a:gd name="T17" fmla="*/ 0 h 15"/>
                <a:gd name="T18" fmla="*/ 8 w 8"/>
                <a:gd name="T19" fmla="*/ 1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3 h 15"/>
                <a:gd name="T26" fmla="*/ 8 w 8"/>
                <a:gd name="T27" fmla="*/ 7 h 15"/>
                <a:gd name="T28" fmla="*/ 8 w 8"/>
                <a:gd name="T29" fmla="*/ 8 h 15"/>
                <a:gd name="T30" fmla="*/ 8 w 8"/>
                <a:gd name="T31" fmla="*/ 9 h 15"/>
                <a:gd name="T32" fmla="*/ 6 w 8"/>
                <a:gd name="T33" fmla="*/ 13 h 15"/>
                <a:gd name="T34" fmla="*/ 5 w 8"/>
                <a:gd name="T35" fmla="*/ 14 h 15"/>
                <a:gd name="T36" fmla="*/ 5 w 8"/>
                <a:gd name="T37" fmla="*/ 14 h 15"/>
                <a:gd name="T38" fmla="*/ 3 w 8"/>
                <a:gd name="T39" fmla="*/ 15 h 15"/>
                <a:gd name="T40" fmla="*/ 2 w 8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2" y="15"/>
                    <a:pt x="1" y="14"/>
                    <a:pt x="0" y="14"/>
                  </a:cubicBezTo>
                  <a:cubicBezTo>
                    <a:pt x="0" y="12"/>
                    <a:pt x="1" y="11"/>
                    <a:pt x="2" y="9"/>
                  </a:cubicBezTo>
                  <a:cubicBezTo>
                    <a:pt x="2" y="9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4" y="7"/>
                    <a:pt x="4" y="6"/>
                    <a:pt x="4" y="5"/>
                  </a:cubicBezTo>
                  <a:cubicBezTo>
                    <a:pt x="4" y="5"/>
                    <a:pt x="4" y="4"/>
                    <a:pt x="5" y="4"/>
                  </a:cubicBezTo>
                  <a:cubicBezTo>
                    <a:pt x="5" y="2"/>
                    <a:pt x="6" y="0"/>
                    <a:pt x="7" y="0"/>
                  </a:cubicBezTo>
                  <a:cubicBezTo>
                    <a:pt x="7" y="0"/>
                    <a:pt x="8" y="0"/>
                    <a:pt x="8" y="1"/>
                  </a:cubicBezTo>
                  <a:cubicBezTo>
                    <a:pt x="8" y="1"/>
                    <a:pt x="8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5"/>
                    <a:pt x="8" y="6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9"/>
                    <a:pt x="8" y="9"/>
                  </a:cubicBezTo>
                  <a:cubicBezTo>
                    <a:pt x="7" y="11"/>
                    <a:pt x="7" y="12"/>
                    <a:pt x="6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lnTo>
                    <a:pt x="2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AA13E3C1-6F70-1E8C-7DD6-AADB44A530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94063" y="2940552"/>
              <a:ext cx="75630" cy="143697"/>
            </a:xfrm>
            <a:custGeom>
              <a:avLst/>
              <a:gdLst>
                <a:gd name="T0" fmla="*/ 2 w 8"/>
                <a:gd name="T1" fmla="*/ 15 h 15"/>
                <a:gd name="T2" fmla="*/ 3 w 8"/>
                <a:gd name="T3" fmla="*/ 15 h 15"/>
                <a:gd name="T4" fmla="*/ 5 w 8"/>
                <a:gd name="T5" fmla="*/ 14 h 15"/>
                <a:gd name="T6" fmla="*/ 5 w 8"/>
                <a:gd name="T7" fmla="*/ 14 h 15"/>
                <a:gd name="T8" fmla="*/ 6 w 8"/>
                <a:gd name="T9" fmla="*/ 13 h 15"/>
                <a:gd name="T10" fmla="*/ 8 w 8"/>
                <a:gd name="T11" fmla="*/ 9 h 15"/>
                <a:gd name="T12" fmla="*/ 8 w 8"/>
                <a:gd name="T13" fmla="*/ 8 h 15"/>
                <a:gd name="T14" fmla="*/ 8 w 8"/>
                <a:gd name="T15" fmla="*/ 7 h 15"/>
                <a:gd name="T16" fmla="*/ 8 w 8"/>
                <a:gd name="T17" fmla="*/ 3 h 15"/>
                <a:gd name="T18" fmla="*/ 8 w 8"/>
                <a:gd name="T19" fmla="*/ 2 h 15"/>
                <a:gd name="T20" fmla="*/ 8 w 8"/>
                <a:gd name="T21" fmla="*/ 2 h 15"/>
                <a:gd name="T22" fmla="*/ 8 w 8"/>
                <a:gd name="T23" fmla="*/ 2 h 15"/>
                <a:gd name="T24" fmla="*/ 8 w 8"/>
                <a:gd name="T25" fmla="*/ 1 h 15"/>
                <a:gd name="T26" fmla="*/ 7 w 8"/>
                <a:gd name="T27" fmla="*/ 0 h 15"/>
                <a:gd name="T28" fmla="*/ 5 w 8"/>
                <a:gd name="T29" fmla="*/ 4 h 15"/>
                <a:gd name="T30" fmla="*/ 4 w 8"/>
                <a:gd name="T31" fmla="*/ 5 h 15"/>
                <a:gd name="T32" fmla="*/ 3 w 8"/>
                <a:gd name="T33" fmla="*/ 7 h 15"/>
                <a:gd name="T34" fmla="*/ 3 w 8"/>
                <a:gd name="T35" fmla="*/ 8 h 15"/>
                <a:gd name="T36" fmla="*/ 3 w 8"/>
                <a:gd name="T37" fmla="*/ 8 h 15"/>
                <a:gd name="T38" fmla="*/ 2 w 8"/>
                <a:gd name="T39" fmla="*/ 9 h 15"/>
                <a:gd name="T40" fmla="*/ 0 w 8"/>
                <a:gd name="T41" fmla="*/ 14 h 15"/>
                <a:gd name="T42" fmla="*/ 2 w 8"/>
                <a:gd name="T43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" h="15">
                  <a:moveTo>
                    <a:pt x="2" y="15"/>
                  </a:move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4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2"/>
                    <a:pt x="7" y="10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6"/>
                    <a:pt x="8" y="5"/>
                    <a:pt x="8" y="3"/>
                  </a:cubicBezTo>
                  <a:cubicBezTo>
                    <a:pt x="8" y="3"/>
                    <a:pt x="8" y="3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2"/>
                    <a:pt x="5" y="4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2" y="9"/>
                    <a:pt x="2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1" y="14"/>
                    <a:pt x="2" y="15"/>
                    <a:pt x="2" y="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1" name="Freeform 140">
              <a:extLst>
                <a:ext uri="{FF2B5EF4-FFF2-40B4-BE49-F238E27FC236}">
                  <a16:creationId xmlns:a16="http://schemas.microsoft.com/office/drawing/2014/main" id="{E7D4A1E1-2B4F-5AD5-2750-092D91CD35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1 w 6"/>
                <a:gd name="T3" fmla="*/ 6 h 7"/>
                <a:gd name="T4" fmla="*/ 5 w 6"/>
                <a:gd name="T5" fmla="*/ 0 h 7"/>
                <a:gd name="T6" fmla="*/ 6 w 6"/>
                <a:gd name="T7" fmla="*/ 1 h 7"/>
                <a:gd name="T8" fmla="*/ 5 w 6"/>
                <a:gd name="T9" fmla="*/ 5 h 7"/>
                <a:gd name="T10" fmla="*/ 3 w 6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2" y="6"/>
                    <a:pt x="1" y="6"/>
                  </a:cubicBezTo>
                  <a:cubicBezTo>
                    <a:pt x="0" y="3"/>
                    <a:pt x="4" y="0"/>
                    <a:pt x="5" y="0"/>
                  </a:cubicBezTo>
                  <a:cubicBezTo>
                    <a:pt x="5" y="0"/>
                    <a:pt x="6" y="1"/>
                    <a:pt x="6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7"/>
                    <a:pt x="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42" name="Freeform 141">
              <a:extLst>
                <a:ext uri="{FF2B5EF4-FFF2-40B4-BE49-F238E27FC236}">
                  <a16:creationId xmlns:a16="http://schemas.microsoft.com/office/drawing/2014/main" id="{77D64630-58C4-328E-3418-459F979399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18433" y="2993493"/>
              <a:ext cx="52941" cy="68067"/>
            </a:xfrm>
            <a:custGeom>
              <a:avLst/>
              <a:gdLst>
                <a:gd name="T0" fmla="*/ 3 w 6"/>
                <a:gd name="T1" fmla="*/ 7 h 7"/>
                <a:gd name="T2" fmla="*/ 3 w 6"/>
                <a:gd name="T3" fmla="*/ 7 h 7"/>
                <a:gd name="T4" fmla="*/ 5 w 6"/>
                <a:gd name="T5" fmla="*/ 5 h 7"/>
                <a:gd name="T6" fmla="*/ 6 w 6"/>
                <a:gd name="T7" fmla="*/ 1 h 7"/>
                <a:gd name="T8" fmla="*/ 5 w 6"/>
                <a:gd name="T9" fmla="*/ 0 h 7"/>
                <a:gd name="T10" fmla="*/ 1 w 6"/>
                <a:gd name="T11" fmla="*/ 6 h 7"/>
                <a:gd name="T12" fmla="*/ 3 w 6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3" y="7"/>
                  </a:move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4" y="6"/>
                    <a:pt x="5" y="5"/>
                  </a:cubicBezTo>
                  <a:cubicBezTo>
                    <a:pt x="6" y="4"/>
                    <a:pt x="6" y="2"/>
                    <a:pt x="6" y="1"/>
                  </a:cubicBezTo>
                  <a:cubicBezTo>
                    <a:pt x="6" y="1"/>
                    <a:pt x="5" y="0"/>
                    <a:pt x="5" y="0"/>
                  </a:cubicBezTo>
                  <a:cubicBezTo>
                    <a:pt x="4" y="0"/>
                    <a:pt x="0" y="3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22F4B5A-D7B6-47F7-AE4E-2216179E06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840" y="3159763"/>
            <a:ext cx="5330316" cy="721821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视频</a:t>
            </a:r>
          </a:p>
        </p:txBody>
      </p:sp>
      <p:sp>
        <p:nvSpPr>
          <p:cNvPr id="48" name="文本占位符 47">
            <a:extLst>
              <a:ext uri="{FF2B5EF4-FFF2-40B4-BE49-F238E27FC236}">
                <a16:creationId xmlns:a16="http://schemas.microsoft.com/office/drawing/2014/main" id="{51394B0B-56A5-2969-0E20-D4031631A5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0840" y="1727090"/>
            <a:ext cx="990235" cy="1222598"/>
          </a:xfrm>
        </p:spPr>
        <p:txBody>
          <a:bodyPr>
            <a:normAutofit/>
          </a:bodyPr>
          <a:lstStyle/>
          <a:p>
            <a:r>
              <a:rPr lang="en-US" altLang="zh-CN" sz="6000" dirty="0"/>
              <a:t>05</a:t>
            </a:r>
            <a:endParaRPr lang="zh-CN" altLang="en-US" sz="6000" dirty="0"/>
          </a:p>
        </p:txBody>
      </p:sp>
      <p:pic>
        <p:nvPicPr>
          <p:cNvPr id="3" name="b827e7865175b764bd7cab8f12c9badd">
            <a:hlinkClick r:id="" action="ppaction://media"/>
            <a:extLst>
              <a:ext uri="{FF2B5EF4-FFF2-40B4-BE49-F238E27FC236}">
                <a16:creationId xmlns:a16="http://schemas.microsoft.com/office/drawing/2014/main" id="{8E2CA576-6CE4-43DF-8B42-9FBFD7CBB20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337615" y="669793"/>
            <a:ext cx="7088322" cy="398718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3A66EA4-1891-AF62-7203-388560509B79}"/>
              </a:ext>
            </a:extLst>
          </p:cNvPr>
          <p:cNvSpPr txBox="1"/>
          <p:nvPr/>
        </p:nvSpPr>
        <p:spPr>
          <a:xfrm>
            <a:off x="5713498" y="5124641"/>
            <a:ext cx="4863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化繁为简，让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回归指尖</a:t>
            </a:r>
          </a:p>
        </p:txBody>
      </p:sp>
    </p:spTree>
    <p:extLst>
      <p:ext uri="{BB962C8B-B14F-4D97-AF65-F5344CB8AC3E}">
        <p14:creationId xmlns:p14="http://schemas.microsoft.com/office/powerpoint/2010/main" val="1628449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3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建筑物, 蛋糕&#10;&#10;描述已自动生成">
            <a:extLst>
              <a:ext uri="{FF2B5EF4-FFF2-40B4-BE49-F238E27FC236}">
                <a16:creationId xmlns:a16="http://schemas.microsoft.com/office/drawing/2014/main" id="{B6C56B72-337A-4CF6-9FF9-7C3E4DDFA3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7"/>
          <a:stretch/>
        </p:blipFill>
        <p:spPr>
          <a:xfrm>
            <a:off x="522525" y="587839"/>
            <a:ext cx="11146951" cy="627016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06598ED-DB20-424E-8FD9-EB5B06AA3B34}"/>
              </a:ext>
            </a:extLst>
          </p:cNvPr>
          <p:cNvSpPr/>
          <p:nvPr/>
        </p:nvSpPr>
        <p:spPr>
          <a:xfrm>
            <a:off x="0" y="0"/>
            <a:ext cx="12191980" cy="6857990"/>
          </a:xfrm>
          <a:prstGeom prst="rect">
            <a:avLst/>
          </a:prstGeom>
          <a:solidFill>
            <a:srgbClr val="04428A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endParaRPr lang="zh-CN" altLang="en-US"/>
          </a:p>
        </p:txBody>
      </p:sp>
      <p:sp>
        <p:nvSpPr>
          <p:cNvPr id="76" name="标题 86">
            <a:extLst>
              <a:ext uri="{FF2B5EF4-FFF2-40B4-BE49-F238E27FC236}">
                <a16:creationId xmlns:a16="http://schemas.microsoft.com/office/drawing/2014/main" id="{EEF906B6-6D65-4FA2-8804-E752347C3451}"/>
              </a:ext>
            </a:extLst>
          </p:cNvPr>
          <p:cNvSpPr txBox="1">
            <a:spLocks/>
          </p:cNvSpPr>
          <p:nvPr/>
        </p:nvSpPr>
        <p:spPr>
          <a:xfrm>
            <a:off x="1820010" y="2664916"/>
            <a:ext cx="9159949" cy="1108170"/>
          </a:xfrm>
          <a:prstGeom prst="rect">
            <a:avLst/>
          </a:prstGeom>
        </p:spPr>
        <p:txBody>
          <a:bodyPr lIns="0" tIns="0" rIns="0" bIns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感谢诸位老师的悉心指导！</a:t>
            </a:r>
          </a:p>
        </p:txBody>
      </p:sp>
      <p:sp>
        <p:nvSpPr>
          <p:cNvPr id="244" name="矩形: 圆角 243">
            <a:extLst>
              <a:ext uri="{FF2B5EF4-FFF2-40B4-BE49-F238E27FC236}">
                <a16:creationId xmlns:a16="http://schemas.microsoft.com/office/drawing/2014/main" id="{1A5B84D1-0F30-4E7D-A3D4-A164476B66FF}"/>
              </a:ext>
            </a:extLst>
          </p:cNvPr>
          <p:cNvSpPr/>
          <p:nvPr/>
        </p:nvSpPr>
        <p:spPr>
          <a:xfrm>
            <a:off x="4795228" y="5066415"/>
            <a:ext cx="2796418" cy="55272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第十组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67139C5-E045-9AAA-9E49-8492A7162751}"/>
              </a:ext>
            </a:extLst>
          </p:cNvPr>
          <p:cNvGrpSpPr/>
          <p:nvPr/>
        </p:nvGrpSpPr>
        <p:grpSpPr>
          <a:xfrm>
            <a:off x="9928332" y="310784"/>
            <a:ext cx="2002401" cy="559623"/>
            <a:chOff x="3330575" y="1207808"/>
            <a:chExt cx="3467101" cy="960438"/>
          </a:xfrm>
        </p:grpSpPr>
        <p:sp>
          <p:nvSpPr>
            <p:cNvPr id="3" name="Freeform 118">
              <a:extLst>
                <a:ext uri="{FF2B5EF4-FFF2-40B4-BE49-F238E27FC236}">
                  <a16:creationId xmlns:a16="http://schemas.microsoft.com/office/drawing/2014/main" id="{3E2B03A9-1DBC-8FE2-2169-F77271C9B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2825" y="1653896"/>
              <a:ext cx="123825" cy="128588"/>
            </a:xfrm>
            <a:custGeom>
              <a:avLst/>
              <a:gdLst>
                <a:gd name="T0" fmla="*/ 8 w 29"/>
                <a:gd name="T1" fmla="*/ 29 h 30"/>
                <a:gd name="T2" fmla="*/ 4 w 29"/>
                <a:gd name="T3" fmla="*/ 20 h 30"/>
                <a:gd name="T4" fmla="*/ 0 w 29"/>
                <a:gd name="T5" fmla="*/ 9 h 30"/>
                <a:gd name="T6" fmla="*/ 18 w 29"/>
                <a:gd name="T7" fmla="*/ 3 h 30"/>
                <a:gd name="T8" fmla="*/ 22 w 29"/>
                <a:gd name="T9" fmla="*/ 7 h 30"/>
                <a:gd name="T10" fmla="*/ 24 w 29"/>
                <a:gd name="T11" fmla="*/ 23 h 30"/>
                <a:gd name="T12" fmla="*/ 8 w 29"/>
                <a:gd name="T13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30">
                  <a:moveTo>
                    <a:pt x="8" y="29"/>
                  </a:moveTo>
                  <a:cubicBezTo>
                    <a:pt x="2" y="27"/>
                    <a:pt x="5" y="26"/>
                    <a:pt x="4" y="20"/>
                  </a:cubicBezTo>
                  <a:cubicBezTo>
                    <a:pt x="4" y="16"/>
                    <a:pt x="0" y="12"/>
                    <a:pt x="0" y="9"/>
                  </a:cubicBezTo>
                  <a:cubicBezTo>
                    <a:pt x="0" y="0"/>
                    <a:pt x="11" y="0"/>
                    <a:pt x="18" y="3"/>
                  </a:cubicBezTo>
                  <a:cubicBezTo>
                    <a:pt x="19" y="4"/>
                    <a:pt x="21" y="6"/>
                    <a:pt x="22" y="7"/>
                  </a:cubicBezTo>
                  <a:cubicBezTo>
                    <a:pt x="25" y="12"/>
                    <a:pt x="29" y="18"/>
                    <a:pt x="24" y="23"/>
                  </a:cubicBezTo>
                  <a:cubicBezTo>
                    <a:pt x="20" y="28"/>
                    <a:pt x="13" y="30"/>
                    <a:pt x="8" y="2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" name="Freeform 119">
              <a:extLst>
                <a:ext uri="{FF2B5EF4-FFF2-40B4-BE49-F238E27FC236}">
                  <a16:creationId xmlns:a16="http://schemas.microsoft.com/office/drawing/2014/main" id="{BAC38BE1-7415-2687-BA13-29F0E7598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4525" y="1276071"/>
              <a:ext cx="444500" cy="463550"/>
            </a:xfrm>
            <a:custGeom>
              <a:avLst/>
              <a:gdLst>
                <a:gd name="T0" fmla="*/ 27 w 105"/>
                <a:gd name="T1" fmla="*/ 108 h 108"/>
                <a:gd name="T2" fmla="*/ 27 w 105"/>
                <a:gd name="T3" fmla="*/ 107 h 108"/>
                <a:gd name="T4" fmla="*/ 27 w 105"/>
                <a:gd name="T5" fmla="*/ 105 h 108"/>
                <a:gd name="T6" fmla="*/ 45 w 105"/>
                <a:gd name="T7" fmla="*/ 94 h 108"/>
                <a:gd name="T8" fmla="*/ 55 w 105"/>
                <a:gd name="T9" fmla="*/ 80 h 108"/>
                <a:gd name="T10" fmla="*/ 21 w 105"/>
                <a:gd name="T11" fmla="*/ 93 h 108"/>
                <a:gd name="T12" fmla="*/ 7 w 105"/>
                <a:gd name="T13" fmla="*/ 87 h 108"/>
                <a:gd name="T14" fmla="*/ 7 w 105"/>
                <a:gd name="T15" fmla="*/ 86 h 108"/>
                <a:gd name="T16" fmla="*/ 7 w 105"/>
                <a:gd name="T17" fmla="*/ 75 h 108"/>
                <a:gd name="T18" fmla="*/ 49 w 105"/>
                <a:gd name="T19" fmla="*/ 64 h 108"/>
                <a:gd name="T20" fmla="*/ 61 w 105"/>
                <a:gd name="T21" fmla="*/ 58 h 108"/>
                <a:gd name="T22" fmla="*/ 63 w 105"/>
                <a:gd name="T23" fmla="*/ 11 h 108"/>
                <a:gd name="T24" fmla="*/ 80 w 105"/>
                <a:gd name="T25" fmla="*/ 13 h 108"/>
                <a:gd name="T26" fmla="*/ 84 w 105"/>
                <a:gd name="T27" fmla="*/ 17 h 108"/>
                <a:gd name="T28" fmla="*/ 84 w 105"/>
                <a:gd name="T29" fmla="*/ 17 h 108"/>
                <a:gd name="T30" fmla="*/ 84 w 105"/>
                <a:gd name="T31" fmla="*/ 28 h 108"/>
                <a:gd name="T32" fmla="*/ 80 w 105"/>
                <a:gd name="T33" fmla="*/ 52 h 108"/>
                <a:gd name="T34" fmla="*/ 102 w 105"/>
                <a:gd name="T35" fmla="*/ 44 h 108"/>
                <a:gd name="T36" fmla="*/ 100 w 105"/>
                <a:gd name="T37" fmla="*/ 56 h 108"/>
                <a:gd name="T38" fmla="*/ 78 w 105"/>
                <a:gd name="T39" fmla="*/ 66 h 108"/>
                <a:gd name="T40" fmla="*/ 67 w 105"/>
                <a:gd name="T41" fmla="*/ 90 h 108"/>
                <a:gd name="T42" fmla="*/ 61 w 105"/>
                <a:gd name="T43" fmla="*/ 95 h 108"/>
                <a:gd name="T44" fmla="*/ 46 w 105"/>
                <a:gd name="T45" fmla="*/ 104 h 108"/>
                <a:gd name="T46" fmla="*/ 27 w 105"/>
                <a:gd name="T47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5" h="108">
                  <a:moveTo>
                    <a:pt x="27" y="108"/>
                  </a:moveTo>
                  <a:cubicBezTo>
                    <a:pt x="27" y="108"/>
                    <a:pt x="27" y="107"/>
                    <a:pt x="27" y="107"/>
                  </a:cubicBezTo>
                  <a:cubicBezTo>
                    <a:pt x="27" y="107"/>
                    <a:pt x="27" y="106"/>
                    <a:pt x="27" y="105"/>
                  </a:cubicBezTo>
                  <a:cubicBezTo>
                    <a:pt x="29" y="105"/>
                    <a:pt x="45" y="94"/>
                    <a:pt x="45" y="94"/>
                  </a:cubicBezTo>
                  <a:cubicBezTo>
                    <a:pt x="49" y="90"/>
                    <a:pt x="54" y="86"/>
                    <a:pt x="55" y="80"/>
                  </a:cubicBezTo>
                  <a:cubicBezTo>
                    <a:pt x="43" y="84"/>
                    <a:pt x="33" y="92"/>
                    <a:pt x="21" y="93"/>
                  </a:cubicBezTo>
                  <a:cubicBezTo>
                    <a:pt x="15" y="92"/>
                    <a:pt x="11" y="89"/>
                    <a:pt x="7" y="87"/>
                  </a:cubicBezTo>
                  <a:cubicBezTo>
                    <a:pt x="7" y="87"/>
                    <a:pt x="7" y="86"/>
                    <a:pt x="7" y="86"/>
                  </a:cubicBezTo>
                  <a:cubicBezTo>
                    <a:pt x="1" y="82"/>
                    <a:pt x="0" y="77"/>
                    <a:pt x="7" y="75"/>
                  </a:cubicBezTo>
                  <a:cubicBezTo>
                    <a:pt x="19" y="77"/>
                    <a:pt x="38" y="69"/>
                    <a:pt x="49" y="64"/>
                  </a:cubicBezTo>
                  <a:cubicBezTo>
                    <a:pt x="52" y="63"/>
                    <a:pt x="59" y="61"/>
                    <a:pt x="61" y="58"/>
                  </a:cubicBezTo>
                  <a:cubicBezTo>
                    <a:pt x="64" y="42"/>
                    <a:pt x="62" y="26"/>
                    <a:pt x="63" y="11"/>
                  </a:cubicBezTo>
                  <a:cubicBezTo>
                    <a:pt x="67" y="0"/>
                    <a:pt x="74" y="8"/>
                    <a:pt x="80" y="13"/>
                  </a:cubicBezTo>
                  <a:cubicBezTo>
                    <a:pt x="81" y="14"/>
                    <a:pt x="82" y="15"/>
                    <a:pt x="84" y="17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7" y="22"/>
                    <a:pt x="88" y="24"/>
                    <a:pt x="84" y="28"/>
                  </a:cubicBezTo>
                  <a:cubicBezTo>
                    <a:pt x="81" y="36"/>
                    <a:pt x="79" y="44"/>
                    <a:pt x="80" y="52"/>
                  </a:cubicBezTo>
                  <a:cubicBezTo>
                    <a:pt x="88" y="51"/>
                    <a:pt x="93" y="44"/>
                    <a:pt x="102" y="44"/>
                  </a:cubicBezTo>
                  <a:cubicBezTo>
                    <a:pt x="105" y="48"/>
                    <a:pt x="104" y="52"/>
                    <a:pt x="100" y="56"/>
                  </a:cubicBezTo>
                  <a:cubicBezTo>
                    <a:pt x="93" y="59"/>
                    <a:pt x="86" y="62"/>
                    <a:pt x="78" y="66"/>
                  </a:cubicBezTo>
                  <a:cubicBezTo>
                    <a:pt x="76" y="74"/>
                    <a:pt x="73" y="84"/>
                    <a:pt x="67" y="90"/>
                  </a:cubicBezTo>
                  <a:cubicBezTo>
                    <a:pt x="66" y="91"/>
                    <a:pt x="62" y="95"/>
                    <a:pt x="61" y="95"/>
                  </a:cubicBezTo>
                  <a:cubicBezTo>
                    <a:pt x="56" y="98"/>
                    <a:pt x="51" y="102"/>
                    <a:pt x="46" y="104"/>
                  </a:cubicBezTo>
                  <a:cubicBezTo>
                    <a:pt x="30" y="108"/>
                    <a:pt x="30" y="107"/>
                    <a:pt x="27" y="10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Freeform 120">
              <a:extLst>
                <a:ext uri="{FF2B5EF4-FFF2-40B4-BE49-F238E27FC236}">
                  <a16:creationId xmlns:a16="http://schemas.microsoft.com/office/drawing/2014/main" id="{DD4B3147-31C0-77C3-546A-E9F85E4F0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1438" y="1545946"/>
              <a:ext cx="261938" cy="309563"/>
            </a:xfrm>
            <a:custGeom>
              <a:avLst/>
              <a:gdLst>
                <a:gd name="T0" fmla="*/ 14 w 62"/>
                <a:gd name="T1" fmla="*/ 72 h 72"/>
                <a:gd name="T2" fmla="*/ 0 w 62"/>
                <a:gd name="T3" fmla="*/ 58 h 72"/>
                <a:gd name="T4" fmla="*/ 2 w 62"/>
                <a:gd name="T5" fmla="*/ 53 h 72"/>
                <a:gd name="T6" fmla="*/ 41 w 62"/>
                <a:gd name="T7" fmla="*/ 22 h 72"/>
                <a:gd name="T8" fmla="*/ 53 w 62"/>
                <a:gd name="T9" fmla="*/ 5 h 72"/>
                <a:gd name="T10" fmla="*/ 54 w 62"/>
                <a:gd name="T11" fmla="*/ 4 h 72"/>
                <a:gd name="T12" fmla="*/ 54 w 62"/>
                <a:gd name="T13" fmla="*/ 4 h 72"/>
                <a:gd name="T14" fmla="*/ 62 w 62"/>
                <a:gd name="T15" fmla="*/ 5 h 72"/>
                <a:gd name="T16" fmla="*/ 53 w 62"/>
                <a:gd name="T17" fmla="*/ 16 h 72"/>
                <a:gd name="T18" fmla="*/ 44 w 62"/>
                <a:gd name="T19" fmla="*/ 36 h 72"/>
                <a:gd name="T20" fmla="*/ 39 w 62"/>
                <a:gd name="T21" fmla="*/ 44 h 72"/>
                <a:gd name="T22" fmla="*/ 28 w 62"/>
                <a:gd name="T23" fmla="*/ 59 h 72"/>
                <a:gd name="T24" fmla="*/ 17 w 62"/>
                <a:gd name="T25" fmla="*/ 71 h 72"/>
                <a:gd name="T26" fmla="*/ 14 w 62"/>
                <a:gd name="T27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2" h="72">
                  <a:moveTo>
                    <a:pt x="14" y="72"/>
                  </a:moveTo>
                  <a:cubicBezTo>
                    <a:pt x="8" y="69"/>
                    <a:pt x="3" y="62"/>
                    <a:pt x="0" y="58"/>
                  </a:cubicBezTo>
                  <a:cubicBezTo>
                    <a:pt x="1" y="56"/>
                    <a:pt x="1" y="55"/>
                    <a:pt x="2" y="53"/>
                  </a:cubicBezTo>
                  <a:cubicBezTo>
                    <a:pt x="15" y="43"/>
                    <a:pt x="28" y="34"/>
                    <a:pt x="41" y="22"/>
                  </a:cubicBezTo>
                  <a:cubicBezTo>
                    <a:pt x="44" y="16"/>
                    <a:pt x="49" y="10"/>
                    <a:pt x="53" y="5"/>
                  </a:cubicBezTo>
                  <a:cubicBezTo>
                    <a:pt x="53" y="5"/>
                    <a:pt x="54" y="4"/>
                    <a:pt x="54" y="4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57" y="1"/>
                    <a:pt x="59" y="0"/>
                    <a:pt x="62" y="5"/>
                  </a:cubicBezTo>
                  <a:cubicBezTo>
                    <a:pt x="62" y="9"/>
                    <a:pt x="55" y="12"/>
                    <a:pt x="53" y="16"/>
                  </a:cubicBezTo>
                  <a:cubicBezTo>
                    <a:pt x="51" y="23"/>
                    <a:pt x="48" y="29"/>
                    <a:pt x="44" y="36"/>
                  </a:cubicBezTo>
                  <a:cubicBezTo>
                    <a:pt x="43" y="37"/>
                    <a:pt x="43" y="37"/>
                    <a:pt x="39" y="44"/>
                  </a:cubicBezTo>
                  <a:cubicBezTo>
                    <a:pt x="35" y="47"/>
                    <a:pt x="30" y="54"/>
                    <a:pt x="28" y="59"/>
                  </a:cubicBezTo>
                  <a:cubicBezTo>
                    <a:pt x="24" y="61"/>
                    <a:pt x="22" y="69"/>
                    <a:pt x="17" y="71"/>
                  </a:cubicBezTo>
                  <a:cubicBezTo>
                    <a:pt x="16" y="71"/>
                    <a:pt x="15" y="72"/>
                    <a:pt x="14" y="7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Freeform 121">
              <a:extLst>
                <a:ext uri="{FF2B5EF4-FFF2-40B4-BE49-F238E27FC236}">
                  <a16:creationId xmlns:a16="http://schemas.microsoft.com/office/drawing/2014/main" id="{1EC93D72-88E5-70E1-4D64-31D6232C6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1538008"/>
              <a:ext cx="149225" cy="115888"/>
            </a:xfrm>
            <a:custGeom>
              <a:avLst/>
              <a:gdLst>
                <a:gd name="T0" fmla="*/ 15 w 35"/>
                <a:gd name="T1" fmla="*/ 27 h 27"/>
                <a:gd name="T2" fmla="*/ 0 w 35"/>
                <a:gd name="T3" fmla="*/ 16 h 27"/>
                <a:gd name="T4" fmla="*/ 2 w 35"/>
                <a:gd name="T5" fmla="*/ 11 h 27"/>
                <a:gd name="T6" fmla="*/ 5 w 35"/>
                <a:gd name="T7" fmla="*/ 10 h 27"/>
                <a:gd name="T8" fmla="*/ 13 w 35"/>
                <a:gd name="T9" fmla="*/ 9 h 27"/>
                <a:gd name="T10" fmla="*/ 35 w 35"/>
                <a:gd name="T11" fmla="*/ 3 h 27"/>
                <a:gd name="T12" fmla="*/ 15 w 35"/>
                <a:gd name="T13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27">
                  <a:moveTo>
                    <a:pt x="15" y="27"/>
                  </a:moveTo>
                  <a:cubicBezTo>
                    <a:pt x="7" y="26"/>
                    <a:pt x="5" y="21"/>
                    <a:pt x="0" y="16"/>
                  </a:cubicBezTo>
                  <a:cubicBezTo>
                    <a:pt x="0" y="14"/>
                    <a:pt x="1" y="13"/>
                    <a:pt x="2" y="11"/>
                  </a:cubicBezTo>
                  <a:cubicBezTo>
                    <a:pt x="4" y="11"/>
                    <a:pt x="4" y="11"/>
                    <a:pt x="5" y="10"/>
                  </a:cubicBezTo>
                  <a:cubicBezTo>
                    <a:pt x="8" y="9"/>
                    <a:pt x="10" y="9"/>
                    <a:pt x="13" y="9"/>
                  </a:cubicBezTo>
                  <a:cubicBezTo>
                    <a:pt x="18" y="8"/>
                    <a:pt x="30" y="0"/>
                    <a:pt x="35" y="3"/>
                  </a:cubicBezTo>
                  <a:cubicBezTo>
                    <a:pt x="35" y="13"/>
                    <a:pt x="24" y="24"/>
                    <a:pt x="15" y="2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Freeform 122">
              <a:extLst>
                <a:ext uri="{FF2B5EF4-FFF2-40B4-BE49-F238E27FC236}">
                  <a16:creationId xmlns:a16="http://schemas.microsoft.com/office/drawing/2014/main" id="{393C092C-7CC5-7C24-90BE-B38D7B00CD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0975" y="1469746"/>
              <a:ext cx="98425" cy="115888"/>
            </a:xfrm>
            <a:custGeom>
              <a:avLst/>
              <a:gdLst>
                <a:gd name="T0" fmla="*/ 4 w 23"/>
                <a:gd name="T1" fmla="*/ 27 h 27"/>
                <a:gd name="T2" fmla="*/ 0 w 23"/>
                <a:gd name="T3" fmla="*/ 7 h 27"/>
                <a:gd name="T4" fmla="*/ 15 w 23"/>
                <a:gd name="T5" fmla="*/ 4 h 27"/>
                <a:gd name="T6" fmla="*/ 18 w 23"/>
                <a:gd name="T7" fmla="*/ 20 h 27"/>
                <a:gd name="T8" fmla="*/ 4 w 23"/>
                <a:gd name="T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7">
                  <a:moveTo>
                    <a:pt x="4" y="27"/>
                  </a:moveTo>
                  <a:cubicBezTo>
                    <a:pt x="1" y="24"/>
                    <a:pt x="0" y="11"/>
                    <a:pt x="0" y="7"/>
                  </a:cubicBezTo>
                  <a:cubicBezTo>
                    <a:pt x="2" y="0"/>
                    <a:pt x="9" y="0"/>
                    <a:pt x="15" y="4"/>
                  </a:cubicBezTo>
                  <a:cubicBezTo>
                    <a:pt x="20" y="10"/>
                    <a:pt x="23" y="13"/>
                    <a:pt x="18" y="20"/>
                  </a:cubicBezTo>
                  <a:cubicBezTo>
                    <a:pt x="13" y="25"/>
                    <a:pt x="10" y="26"/>
                    <a:pt x="4" y="2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123">
              <a:extLst>
                <a:ext uri="{FF2B5EF4-FFF2-40B4-BE49-F238E27FC236}">
                  <a16:creationId xmlns:a16="http://schemas.microsoft.com/office/drawing/2014/main" id="{7DD6B953-AF9D-12A6-2F8F-A52685348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8463" y="1391958"/>
              <a:ext cx="173038" cy="163513"/>
            </a:xfrm>
            <a:custGeom>
              <a:avLst/>
              <a:gdLst>
                <a:gd name="T0" fmla="*/ 14 w 41"/>
                <a:gd name="T1" fmla="*/ 38 h 38"/>
                <a:gd name="T2" fmla="*/ 17 w 41"/>
                <a:gd name="T3" fmla="*/ 24 h 38"/>
                <a:gd name="T4" fmla="*/ 11 w 41"/>
                <a:gd name="T5" fmla="*/ 25 h 38"/>
                <a:gd name="T6" fmla="*/ 3 w 41"/>
                <a:gd name="T7" fmla="*/ 12 h 38"/>
                <a:gd name="T8" fmla="*/ 11 w 41"/>
                <a:gd name="T9" fmla="*/ 9 h 38"/>
                <a:gd name="T10" fmla="*/ 27 w 41"/>
                <a:gd name="T11" fmla="*/ 1 h 38"/>
                <a:gd name="T12" fmla="*/ 41 w 41"/>
                <a:gd name="T13" fmla="*/ 14 h 38"/>
                <a:gd name="T14" fmla="*/ 32 w 41"/>
                <a:gd name="T15" fmla="*/ 29 h 38"/>
                <a:gd name="T16" fmla="*/ 18 w 41"/>
                <a:gd name="T17" fmla="*/ 38 h 38"/>
                <a:gd name="T18" fmla="*/ 14 w 41"/>
                <a:gd name="T19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8">
                  <a:moveTo>
                    <a:pt x="14" y="38"/>
                  </a:moveTo>
                  <a:cubicBezTo>
                    <a:pt x="13" y="35"/>
                    <a:pt x="19" y="26"/>
                    <a:pt x="17" y="24"/>
                  </a:cubicBezTo>
                  <a:cubicBezTo>
                    <a:pt x="15" y="24"/>
                    <a:pt x="13" y="25"/>
                    <a:pt x="11" y="25"/>
                  </a:cubicBezTo>
                  <a:cubicBezTo>
                    <a:pt x="6" y="23"/>
                    <a:pt x="0" y="17"/>
                    <a:pt x="3" y="12"/>
                  </a:cubicBezTo>
                  <a:cubicBezTo>
                    <a:pt x="6" y="8"/>
                    <a:pt x="5" y="9"/>
                    <a:pt x="11" y="9"/>
                  </a:cubicBezTo>
                  <a:cubicBezTo>
                    <a:pt x="16" y="6"/>
                    <a:pt x="22" y="4"/>
                    <a:pt x="27" y="1"/>
                  </a:cubicBezTo>
                  <a:cubicBezTo>
                    <a:pt x="36" y="0"/>
                    <a:pt x="41" y="5"/>
                    <a:pt x="41" y="14"/>
                  </a:cubicBezTo>
                  <a:cubicBezTo>
                    <a:pt x="40" y="20"/>
                    <a:pt x="36" y="25"/>
                    <a:pt x="32" y="29"/>
                  </a:cubicBezTo>
                  <a:cubicBezTo>
                    <a:pt x="27" y="32"/>
                    <a:pt x="22" y="35"/>
                    <a:pt x="18" y="38"/>
                  </a:cubicBezTo>
                  <a:cubicBezTo>
                    <a:pt x="17" y="38"/>
                    <a:pt x="15" y="38"/>
                    <a:pt x="14" y="3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 124">
              <a:extLst>
                <a:ext uri="{FF2B5EF4-FFF2-40B4-BE49-F238E27FC236}">
                  <a16:creationId xmlns:a16="http://schemas.microsoft.com/office/drawing/2014/main" id="{3D78B147-C587-30C1-25C3-DF00511F6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600" y="1326871"/>
              <a:ext cx="104775" cy="115888"/>
            </a:xfrm>
            <a:custGeom>
              <a:avLst/>
              <a:gdLst>
                <a:gd name="T0" fmla="*/ 3 w 25"/>
                <a:gd name="T1" fmla="*/ 27 h 27"/>
                <a:gd name="T2" fmla="*/ 3 w 25"/>
                <a:gd name="T3" fmla="*/ 23 h 27"/>
                <a:gd name="T4" fmla="*/ 0 w 25"/>
                <a:gd name="T5" fmla="*/ 12 h 27"/>
                <a:gd name="T6" fmla="*/ 6 w 25"/>
                <a:gd name="T7" fmla="*/ 0 h 27"/>
                <a:gd name="T8" fmla="*/ 22 w 25"/>
                <a:gd name="T9" fmla="*/ 18 h 27"/>
                <a:gd name="T10" fmla="*/ 3 w 25"/>
                <a:gd name="T11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7">
                  <a:moveTo>
                    <a:pt x="3" y="27"/>
                  </a:moveTo>
                  <a:cubicBezTo>
                    <a:pt x="1" y="25"/>
                    <a:pt x="2" y="24"/>
                    <a:pt x="3" y="23"/>
                  </a:cubicBezTo>
                  <a:cubicBezTo>
                    <a:pt x="3" y="19"/>
                    <a:pt x="1" y="16"/>
                    <a:pt x="0" y="12"/>
                  </a:cubicBezTo>
                  <a:cubicBezTo>
                    <a:pt x="2" y="5"/>
                    <a:pt x="0" y="3"/>
                    <a:pt x="6" y="0"/>
                  </a:cubicBezTo>
                  <a:cubicBezTo>
                    <a:pt x="10" y="1"/>
                    <a:pt x="25" y="9"/>
                    <a:pt x="22" y="18"/>
                  </a:cubicBezTo>
                  <a:cubicBezTo>
                    <a:pt x="18" y="23"/>
                    <a:pt x="9" y="26"/>
                    <a:pt x="3" y="2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125">
              <a:extLst>
                <a:ext uri="{FF2B5EF4-FFF2-40B4-BE49-F238E27FC236}">
                  <a16:creationId xmlns:a16="http://schemas.microsoft.com/office/drawing/2014/main" id="{3FB403EE-27EA-66FD-385B-F5DFD8C82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5" y="1361796"/>
              <a:ext cx="674688" cy="519113"/>
            </a:xfrm>
            <a:custGeom>
              <a:avLst/>
              <a:gdLst>
                <a:gd name="T0" fmla="*/ 17 w 159"/>
                <a:gd name="T1" fmla="*/ 121 h 121"/>
                <a:gd name="T2" fmla="*/ 11 w 159"/>
                <a:gd name="T3" fmla="*/ 95 h 121"/>
                <a:gd name="T4" fmla="*/ 14 w 159"/>
                <a:gd name="T5" fmla="*/ 92 h 121"/>
                <a:gd name="T6" fmla="*/ 14 w 159"/>
                <a:gd name="T7" fmla="*/ 91 h 121"/>
                <a:gd name="T8" fmla="*/ 36 w 159"/>
                <a:gd name="T9" fmla="*/ 61 h 121"/>
                <a:gd name="T10" fmla="*/ 43 w 159"/>
                <a:gd name="T11" fmla="*/ 53 h 121"/>
                <a:gd name="T12" fmla="*/ 43 w 159"/>
                <a:gd name="T13" fmla="*/ 62 h 121"/>
                <a:gd name="T14" fmla="*/ 49 w 159"/>
                <a:gd name="T15" fmla="*/ 62 h 121"/>
                <a:gd name="T16" fmla="*/ 69 w 159"/>
                <a:gd name="T17" fmla="*/ 46 h 121"/>
                <a:gd name="T18" fmla="*/ 70 w 159"/>
                <a:gd name="T19" fmla="*/ 38 h 121"/>
                <a:gd name="T20" fmla="*/ 55 w 159"/>
                <a:gd name="T21" fmla="*/ 35 h 121"/>
                <a:gd name="T22" fmla="*/ 71 w 159"/>
                <a:gd name="T23" fmla="*/ 23 h 121"/>
                <a:gd name="T24" fmla="*/ 75 w 159"/>
                <a:gd name="T25" fmla="*/ 7 h 121"/>
                <a:gd name="T26" fmla="*/ 89 w 159"/>
                <a:gd name="T27" fmla="*/ 17 h 121"/>
                <a:gd name="T28" fmla="*/ 89 w 159"/>
                <a:gd name="T29" fmla="*/ 29 h 121"/>
                <a:gd name="T30" fmla="*/ 88 w 159"/>
                <a:gd name="T31" fmla="*/ 36 h 121"/>
                <a:gd name="T32" fmla="*/ 90 w 159"/>
                <a:gd name="T33" fmla="*/ 36 h 121"/>
                <a:gd name="T34" fmla="*/ 106 w 159"/>
                <a:gd name="T35" fmla="*/ 25 h 121"/>
                <a:gd name="T36" fmla="*/ 113 w 159"/>
                <a:gd name="T37" fmla="*/ 3 h 121"/>
                <a:gd name="T38" fmla="*/ 132 w 159"/>
                <a:gd name="T39" fmla="*/ 8 h 121"/>
                <a:gd name="T40" fmla="*/ 143 w 159"/>
                <a:gd name="T41" fmla="*/ 3 h 121"/>
                <a:gd name="T42" fmla="*/ 147 w 159"/>
                <a:gd name="T43" fmla="*/ 3 h 121"/>
                <a:gd name="T44" fmla="*/ 149 w 159"/>
                <a:gd name="T45" fmla="*/ 10 h 121"/>
                <a:gd name="T46" fmla="*/ 127 w 159"/>
                <a:gd name="T47" fmla="*/ 31 h 121"/>
                <a:gd name="T48" fmla="*/ 134 w 159"/>
                <a:gd name="T49" fmla="*/ 23 h 121"/>
                <a:gd name="T50" fmla="*/ 154 w 159"/>
                <a:gd name="T51" fmla="*/ 27 h 121"/>
                <a:gd name="T52" fmla="*/ 149 w 159"/>
                <a:gd name="T53" fmla="*/ 40 h 121"/>
                <a:gd name="T54" fmla="*/ 147 w 159"/>
                <a:gd name="T55" fmla="*/ 43 h 121"/>
                <a:gd name="T56" fmla="*/ 147 w 159"/>
                <a:gd name="T57" fmla="*/ 74 h 121"/>
                <a:gd name="T58" fmla="*/ 140 w 159"/>
                <a:gd name="T59" fmla="*/ 86 h 121"/>
                <a:gd name="T60" fmla="*/ 140 w 159"/>
                <a:gd name="T61" fmla="*/ 86 h 121"/>
                <a:gd name="T62" fmla="*/ 139 w 159"/>
                <a:gd name="T63" fmla="*/ 86 h 121"/>
                <a:gd name="T64" fmla="*/ 128 w 159"/>
                <a:gd name="T65" fmla="*/ 91 h 121"/>
                <a:gd name="T66" fmla="*/ 128 w 159"/>
                <a:gd name="T67" fmla="*/ 46 h 121"/>
                <a:gd name="T68" fmla="*/ 127 w 159"/>
                <a:gd name="T69" fmla="*/ 46 h 121"/>
                <a:gd name="T70" fmla="*/ 113 w 159"/>
                <a:gd name="T71" fmla="*/ 72 h 121"/>
                <a:gd name="T72" fmla="*/ 101 w 159"/>
                <a:gd name="T73" fmla="*/ 64 h 121"/>
                <a:gd name="T74" fmla="*/ 104 w 159"/>
                <a:gd name="T75" fmla="*/ 61 h 121"/>
                <a:gd name="T76" fmla="*/ 106 w 159"/>
                <a:gd name="T77" fmla="*/ 36 h 121"/>
                <a:gd name="T78" fmla="*/ 90 w 159"/>
                <a:gd name="T79" fmla="*/ 51 h 121"/>
                <a:gd name="T80" fmla="*/ 83 w 159"/>
                <a:gd name="T81" fmla="*/ 56 h 121"/>
                <a:gd name="T82" fmla="*/ 78 w 159"/>
                <a:gd name="T83" fmla="*/ 73 h 121"/>
                <a:gd name="T84" fmla="*/ 75 w 159"/>
                <a:gd name="T85" fmla="*/ 81 h 121"/>
                <a:gd name="T86" fmla="*/ 74 w 159"/>
                <a:gd name="T87" fmla="*/ 81 h 121"/>
                <a:gd name="T88" fmla="*/ 60 w 159"/>
                <a:gd name="T89" fmla="*/ 89 h 121"/>
                <a:gd name="T90" fmla="*/ 60 w 159"/>
                <a:gd name="T91" fmla="*/ 86 h 121"/>
                <a:gd name="T92" fmla="*/ 67 w 159"/>
                <a:gd name="T93" fmla="*/ 68 h 121"/>
                <a:gd name="T94" fmla="*/ 52 w 159"/>
                <a:gd name="T95" fmla="*/ 75 h 121"/>
                <a:gd name="T96" fmla="*/ 43 w 159"/>
                <a:gd name="T97" fmla="*/ 73 h 121"/>
                <a:gd name="T98" fmla="*/ 43 w 159"/>
                <a:gd name="T99" fmla="*/ 72 h 121"/>
                <a:gd name="T100" fmla="*/ 39 w 159"/>
                <a:gd name="T101" fmla="*/ 70 h 121"/>
                <a:gd name="T102" fmla="*/ 36 w 159"/>
                <a:gd name="T103" fmla="*/ 80 h 121"/>
                <a:gd name="T104" fmla="*/ 22 w 159"/>
                <a:gd name="T105" fmla="*/ 118 h 121"/>
                <a:gd name="T106" fmla="*/ 17 w 159"/>
                <a:gd name="T107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9" h="121">
                  <a:moveTo>
                    <a:pt x="17" y="121"/>
                  </a:moveTo>
                  <a:cubicBezTo>
                    <a:pt x="8" y="118"/>
                    <a:pt x="0" y="100"/>
                    <a:pt x="11" y="95"/>
                  </a:cubicBezTo>
                  <a:cubicBezTo>
                    <a:pt x="11" y="94"/>
                    <a:pt x="12" y="92"/>
                    <a:pt x="14" y="92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22" y="82"/>
                    <a:pt x="28" y="71"/>
                    <a:pt x="36" y="61"/>
                  </a:cubicBezTo>
                  <a:cubicBezTo>
                    <a:pt x="37" y="58"/>
                    <a:pt x="38" y="54"/>
                    <a:pt x="43" y="53"/>
                  </a:cubicBezTo>
                  <a:cubicBezTo>
                    <a:pt x="45" y="55"/>
                    <a:pt x="44" y="59"/>
                    <a:pt x="43" y="62"/>
                  </a:cubicBezTo>
                  <a:cubicBezTo>
                    <a:pt x="44" y="63"/>
                    <a:pt x="47" y="62"/>
                    <a:pt x="49" y="62"/>
                  </a:cubicBezTo>
                  <a:cubicBezTo>
                    <a:pt x="55" y="57"/>
                    <a:pt x="63" y="52"/>
                    <a:pt x="69" y="46"/>
                  </a:cubicBezTo>
                  <a:cubicBezTo>
                    <a:pt x="70" y="44"/>
                    <a:pt x="70" y="41"/>
                    <a:pt x="70" y="38"/>
                  </a:cubicBezTo>
                  <a:cubicBezTo>
                    <a:pt x="66" y="40"/>
                    <a:pt x="52" y="43"/>
                    <a:pt x="55" y="35"/>
                  </a:cubicBezTo>
                  <a:cubicBezTo>
                    <a:pt x="61" y="33"/>
                    <a:pt x="69" y="28"/>
                    <a:pt x="71" y="23"/>
                  </a:cubicBezTo>
                  <a:cubicBezTo>
                    <a:pt x="73" y="17"/>
                    <a:pt x="72" y="11"/>
                    <a:pt x="75" y="7"/>
                  </a:cubicBezTo>
                  <a:cubicBezTo>
                    <a:pt x="81" y="4"/>
                    <a:pt x="88" y="11"/>
                    <a:pt x="89" y="17"/>
                  </a:cubicBezTo>
                  <a:cubicBezTo>
                    <a:pt x="91" y="21"/>
                    <a:pt x="99" y="16"/>
                    <a:pt x="89" y="29"/>
                  </a:cubicBezTo>
                  <a:cubicBezTo>
                    <a:pt x="87" y="31"/>
                    <a:pt x="88" y="33"/>
                    <a:pt x="88" y="36"/>
                  </a:cubicBezTo>
                  <a:cubicBezTo>
                    <a:pt x="89" y="36"/>
                    <a:pt x="89" y="36"/>
                    <a:pt x="90" y="36"/>
                  </a:cubicBezTo>
                  <a:cubicBezTo>
                    <a:pt x="95" y="33"/>
                    <a:pt x="101" y="29"/>
                    <a:pt x="106" y="25"/>
                  </a:cubicBezTo>
                  <a:cubicBezTo>
                    <a:pt x="108" y="17"/>
                    <a:pt x="109" y="10"/>
                    <a:pt x="113" y="3"/>
                  </a:cubicBezTo>
                  <a:cubicBezTo>
                    <a:pt x="119" y="0"/>
                    <a:pt x="127" y="4"/>
                    <a:pt x="132" y="8"/>
                  </a:cubicBezTo>
                  <a:cubicBezTo>
                    <a:pt x="137" y="8"/>
                    <a:pt x="139" y="6"/>
                    <a:pt x="143" y="3"/>
                  </a:cubicBezTo>
                  <a:cubicBezTo>
                    <a:pt x="145" y="3"/>
                    <a:pt x="145" y="3"/>
                    <a:pt x="147" y="3"/>
                  </a:cubicBezTo>
                  <a:cubicBezTo>
                    <a:pt x="149" y="5"/>
                    <a:pt x="149" y="7"/>
                    <a:pt x="149" y="10"/>
                  </a:cubicBezTo>
                  <a:cubicBezTo>
                    <a:pt x="146" y="18"/>
                    <a:pt x="122" y="21"/>
                    <a:pt x="127" y="31"/>
                  </a:cubicBezTo>
                  <a:cubicBezTo>
                    <a:pt x="131" y="31"/>
                    <a:pt x="133" y="26"/>
                    <a:pt x="134" y="23"/>
                  </a:cubicBezTo>
                  <a:cubicBezTo>
                    <a:pt x="139" y="20"/>
                    <a:pt x="149" y="23"/>
                    <a:pt x="154" y="27"/>
                  </a:cubicBezTo>
                  <a:cubicBezTo>
                    <a:pt x="159" y="34"/>
                    <a:pt x="155" y="36"/>
                    <a:pt x="149" y="40"/>
                  </a:cubicBezTo>
                  <a:cubicBezTo>
                    <a:pt x="149" y="41"/>
                    <a:pt x="148" y="42"/>
                    <a:pt x="147" y="43"/>
                  </a:cubicBezTo>
                  <a:cubicBezTo>
                    <a:pt x="147" y="56"/>
                    <a:pt x="147" y="56"/>
                    <a:pt x="147" y="74"/>
                  </a:cubicBezTo>
                  <a:cubicBezTo>
                    <a:pt x="145" y="79"/>
                    <a:pt x="144" y="82"/>
                    <a:pt x="140" y="86"/>
                  </a:cubicBezTo>
                  <a:cubicBezTo>
                    <a:pt x="140" y="86"/>
                    <a:pt x="140" y="86"/>
                    <a:pt x="140" y="86"/>
                  </a:cubicBezTo>
                  <a:cubicBezTo>
                    <a:pt x="140" y="86"/>
                    <a:pt x="139" y="86"/>
                    <a:pt x="139" y="86"/>
                  </a:cubicBezTo>
                  <a:cubicBezTo>
                    <a:pt x="137" y="90"/>
                    <a:pt x="131" y="94"/>
                    <a:pt x="128" y="91"/>
                  </a:cubicBezTo>
                  <a:cubicBezTo>
                    <a:pt x="128" y="76"/>
                    <a:pt x="129" y="60"/>
                    <a:pt x="128" y="46"/>
                  </a:cubicBezTo>
                  <a:cubicBezTo>
                    <a:pt x="128" y="46"/>
                    <a:pt x="128" y="46"/>
                    <a:pt x="127" y="46"/>
                  </a:cubicBezTo>
                  <a:cubicBezTo>
                    <a:pt x="126" y="53"/>
                    <a:pt x="119" y="67"/>
                    <a:pt x="113" y="72"/>
                  </a:cubicBezTo>
                  <a:cubicBezTo>
                    <a:pt x="107" y="72"/>
                    <a:pt x="102" y="69"/>
                    <a:pt x="101" y="64"/>
                  </a:cubicBezTo>
                  <a:cubicBezTo>
                    <a:pt x="101" y="62"/>
                    <a:pt x="102" y="62"/>
                    <a:pt x="104" y="61"/>
                  </a:cubicBezTo>
                  <a:cubicBezTo>
                    <a:pt x="107" y="54"/>
                    <a:pt x="106" y="42"/>
                    <a:pt x="106" y="36"/>
                  </a:cubicBezTo>
                  <a:cubicBezTo>
                    <a:pt x="101" y="36"/>
                    <a:pt x="93" y="47"/>
                    <a:pt x="90" y="51"/>
                  </a:cubicBezTo>
                  <a:cubicBezTo>
                    <a:pt x="87" y="53"/>
                    <a:pt x="85" y="54"/>
                    <a:pt x="83" y="56"/>
                  </a:cubicBezTo>
                  <a:cubicBezTo>
                    <a:pt x="81" y="62"/>
                    <a:pt x="80" y="67"/>
                    <a:pt x="78" y="73"/>
                  </a:cubicBezTo>
                  <a:cubicBezTo>
                    <a:pt x="77" y="76"/>
                    <a:pt x="76" y="79"/>
                    <a:pt x="75" y="81"/>
                  </a:cubicBezTo>
                  <a:cubicBezTo>
                    <a:pt x="74" y="81"/>
                    <a:pt x="74" y="81"/>
                    <a:pt x="74" y="81"/>
                  </a:cubicBezTo>
                  <a:cubicBezTo>
                    <a:pt x="72" y="85"/>
                    <a:pt x="65" y="95"/>
                    <a:pt x="60" y="89"/>
                  </a:cubicBezTo>
                  <a:cubicBezTo>
                    <a:pt x="60" y="88"/>
                    <a:pt x="60" y="87"/>
                    <a:pt x="60" y="86"/>
                  </a:cubicBezTo>
                  <a:cubicBezTo>
                    <a:pt x="64" y="81"/>
                    <a:pt x="67" y="74"/>
                    <a:pt x="67" y="68"/>
                  </a:cubicBezTo>
                  <a:cubicBezTo>
                    <a:pt x="61" y="70"/>
                    <a:pt x="57" y="75"/>
                    <a:pt x="52" y="75"/>
                  </a:cubicBezTo>
                  <a:cubicBezTo>
                    <a:pt x="48" y="75"/>
                    <a:pt x="45" y="74"/>
                    <a:pt x="43" y="73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1" y="71"/>
                    <a:pt x="40" y="70"/>
                    <a:pt x="39" y="70"/>
                  </a:cubicBezTo>
                  <a:cubicBezTo>
                    <a:pt x="38" y="73"/>
                    <a:pt x="37" y="77"/>
                    <a:pt x="36" y="80"/>
                  </a:cubicBezTo>
                  <a:cubicBezTo>
                    <a:pt x="30" y="92"/>
                    <a:pt x="26" y="104"/>
                    <a:pt x="22" y="118"/>
                  </a:cubicBezTo>
                  <a:cubicBezTo>
                    <a:pt x="20" y="120"/>
                    <a:pt x="19" y="120"/>
                    <a:pt x="17" y="12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126">
              <a:extLst>
                <a:ext uri="{FF2B5EF4-FFF2-40B4-BE49-F238E27FC236}">
                  <a16:creationId xmlns:a16="http://schemas.microsoft.com/office/drawing/2014/main" id="{F2680A53-8D68-AFAE-5A5E-0EFCC51D1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025" y="1442758"/>
              <a:ext cx="101600" cy="133350"/>
            </a:xfrm>
            <a:custGeom>
              <a:avLst/>
              <a:gdLst>
                <a:gd name="T0" fmla="*/ 4 w 24"/>
                <a:gd name="T1" fmla="*/ 31 h 31"/>
                <a:gd name="T2" fmla="*/ 5 w 24"/>
                <a:gd name="T3" fmla="*/ 22 h 31"/>
                <a:gd name="T4" fmla="*/ 5 w 24"/>
                <a:gd name="T5" fmla="*/ 0 h 31"/>
                <a:gd name="T6" fmla="*/ 7 w 24"/>
                <a:gd name="T7" fmla="*/ 0 h 31"/>
                <a:gd name="T8" fmla="*/ 20 w 24"/>
                <a:gd name="T9" fmla="*/ 13 h 31"/>
                <a:gd name="T10" fmla="*/ 4 w 24"/>
                <a:gd name="T11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31">
                  <a:moveTo>
                    <a:pt x="4" y="31"/>
                  </a:moveTo>
                  <a:cubicBezTo>
                    <a:pt x="2" y="28"/>
                    <a:pt x="4" y="25"/>
                    <a:pt x="5" y="22"/>
                  </a:cubicBezTo>
                  <a:cubicBezTo>
                    <a:pt x="2" y="14"/>
                    <a:pt x="0" y="7"/>
                    <a:pt x="5" y="0"/>
                  </a:cubicBezTo>
                  <a:cubicBezTo>
                    <a:pt x="6" y="0"/>
                    <a:pt x="7" y="0"/>
                    <a:pt x="7" y="0"/>
                  </a:cubicBezTo>
                  <a:cubicBezTo>
                    <a:pt x="11" y="3"/>
                    <a:pt x="17" y="9"/>
                    <a:pt x="20" y="13"/>
                  </a:cubicBezTo>
                  <a:cubicBezTo>
                    <a:pt x="24" y="24"/>
                    <a:pt x="11" y="28"/>
                    <a:pt x="4" y="3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5" name="Freeform 127">
              <a:extLst>
                <a:ext uri="{FF2B5EF4-FFF2-40B4-BE49-F238E27FC236}">
                  <a16:creationId xmlns:a16="http://schemas.microsoft.com/office/drawing/2014/main" id="{21A37694-CC03-9AEC-DD4A-0176B27C7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425" y="1301471"/>
              <a:ext cx="128588" cy="133350"/>
            </a:xfrm>
            <a:custGeom>
              <a:avLst/>
              <a:gdLst>
                <a:gd name="T0" fmla="*/ 6 w 30"/>
                <a:gd name="T1" fmla="*/ 31 h 31"/>
                <a:gd name="T2" fmla="*/ 4 w 30"/>
                <a:gd name="T3" fmla="*/ 29 h 31"/>
                <a:gd name="T4" fmla="*/ 5 w 30"/>
                <a:gd name="T5" fmla="*/ 24 h 31"/>
                <a:gd name="T6" fmla="*/ 9 w 30"/>
                <a:gd name="T7" fmla="*/ 0 h 31"/>
                <a:gd name="T8" fmla="*/ 13 w 30"/>
                <a:gd name="T9" fmla="*/ 6 h 31"/>
                <a:gd name="T10" fmla="*/ 19 w 30"/>
                <a:gd name="T11" fmla="*/ 26 h 31"/>
                <a:gd name="T12" fmla="*/ 6 w 30"/>
                <a:gd name="T13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31">
                  <a:moveTo>
                    <a:pt x="6" y="31"/>
                  </a:moveTo>
                  <a:cubicBezTo>
                    <a:pt x="4" y="31"/>
                    <a:pt x="4" y="30"/>
                    <a:pt x="4" y="29"/>
                  </a:cubicBezTo>
                  <a:cubicBezTo>
                    <a:pt x="5" y="27"/>
                    <a:pt x="6" y="26"/>
                    <a:pt x="5" y="24"/>
                  </a:cubicBezTo>
                  <a:cubicBezTo>
                    <a:pt x="0" y="16"/>
                    <a:pt x="0" y="4"/>
                    <a:pt x="9" y="0"/>
                  </a:cubicBezTo>
                  <a:cubicBezTo>
                    <a:pt x="12" y="0"/>
                    <a:pt x="12" y="3"/>
                    <a:pt x="13" y="6"/>
                  </a:cubicBezTo>
                  <a:cubicBezTo>
                    <a:pt x="19" y="12"/>
                    <a:pt x="30" y="19"/>
                    <a:pt x="19" y="26"/>
                  </a:cubicBezTo>
                  <a:cubicBezTo>
                    <a:pt x="15" y="28"/>
                    <a:pt x="10" y="30"/>
                    <a:pt x="6" y="3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6" name="Freeform 128">
              <a:extLst>
                <a:ext uri="{FF2B5EF4-FFF2-40B4-BE49-F238E27FC236}">
                  <a16:creationId xmlns:a16="http://schemas.microsoft.com/office/drawing/2014/main" id="{FB8A97EC-A9F8-F6DD-A191-7EEE64AC0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1460221"/>
              <a:ext cx="73025" cy="107950"/>
            </a:xfrm>
            <a:custGeom>
              <a:avLst/>
              <a:gdLst>
                <a:gd name="T0" fmla="*/ 8 w 17"/>
                <a:gd name="T1" fmla="*/ 25 h 25"/>
                <a:gd name="T2" fmla="*/ 3 w 17"/>
                <a:gd name="T3" fmla="*/ 4 h 25"/>
                <a:gd name="T4" fmla="*/ 17 w 17"/>
                <a:gd name="T5" fmla="*/ 15 h 25"/>
                <a:gd name="T6" fmla="*/ 8 w 17"/>
                <a:gd name="T7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25">
                  <a:moveTo>
                    <a:pt x="8" y="25"/>
                  </a:moveTo>
                  <a:cubicBezTo>
                    <a:pt x="0" y="23"/>
                    <a:pt x="1" y="10"/>
                    <a:pt x="3" y="4"/>
                  </a:cubicBezTo>
                  <a:cubicBezTo>
                    <a:pt x="9" y="0"/>
                    <a:pt x="16" y="8"/>
                    <a:pt x="17" y="15"/>
                  </a:cubicBezTo>
                  <a:cubicBezTo>
                    <a:pt x="15" y="23"/>
                    <a:pt x="15" y="24"/>
                    <a:pt x="8" y="2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7" name="Freeform 129">
              <a:extLst>
                <a:ext uri="{FF2B5EF4-FFF2-40B4-BE49-F238E27FC236}">
                  <a16:creationId xmlns:a16="http://schemas.microsoft.com/office/drawing/2014/main" id="{6EAEEB66-7E61-13CE-8D52-B76C3FE594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8888" y="1207808"/>
              <a:ext cx="458788" cy="625475"/>
            </a:xfrm>
            <a:custGeom>
              <a:avLst/>
              <a:gdLst>
                <a:gd name="T0" fmla="*/ 57 w 108"/>
                <a:gd name="T1" fmla="*/ 145 h 146"/>
                <a:gd name="T2" fmla="*/ 27 w 108"/>
                <a:gd name="T3" fmla="*/ 139 h 146"/>
                <a:gd name="T4" fmla="*/ 45 w 108"/>
                <a:gd name="T5" fmla="*/ 119 h 146"/>
                <a:gd name="T6" fmla="*/ 0 w 108"/>
                <a:gd name="T7" fmla="*/ 119 h 146"/>
                <a:gd name="T8" fmla="*/ 45 w 108"/>
                <a:gd name="T9" fmla="*/ 100 h 146"/>
                <a:gd name="T10" fmla="*/ 61 w 108"/>
                <a:gd name="T11" fmla="*/ 87 h 146"/>
                <a:gd name="T12" fmla="*/ 73 w 108"/>
                <a:gd name="T13" fmla="*/ 78 h 146"/>
                <a:gd name="T14" fmla="*/ 25 w 108"/>
                <a:gd name="T15" fmla="*/ 96 h 146"/>
                <a:gd name="T16" fmla="*/ 27 w 108"/>
                <a:gd name="T17" fmla="*/ 87 h 146"/>
                <a:gd name="T18" fmla="*/ 59 w 108"/>
                <a:gd name="T19" fmla="*/ 66 h 146"/>
                <a:gd name="T20" fmla="*/ 57 w 108"/>
                <a:gd name="T21" fmla="*/ 63 h 146"/>
                <a:gd name="T22" fmla="*/ 31 w 108"/>
                <a:gd name="T23" fmla="*/ 75 h 146"/>
                <a:gd name="T24" fmla="*/ 22 w 108"/>
                <a:gd name="T25" fmla="*/ 49 h 146"/>
                <a:gd name="T26" fmla="*/ 26 w 108"/>
                <a:gd name="T27" fmla="*/ 35 h 146"/>
                <a:gd name="T28" fmla="*/ 37 w 108"/>
                <a:gd name="T29" fmla="*/ 45 h 146"/>
                <a:gd name="T30" fmla="*/ 48 w 108"/>
                <a:gd name="T31" fmla="*/ 53 h 146"/>
                <a:gd name="T32" fmla="*/ 55 w 108"/>
                <a:gd name="T33" fmla="*/ 44 h 146"/>
                <a:gd name="T34" fmla="*/ 52 w 108"/>
                <a:gd name="T35" fmla="*/ 36 h 146"/>
                <a:gd name="T36" fmla="*/ 67 w 108"/>
                <a:gd name="T37" fmla="*/ 20 h 146"/>
                <a:gd name="T38" fmla="*/ 89 w 108"/>
                <a:gd name="T39" fmla="*/ 16 h 146"/>
                <a:gd name="T40" fmla="*/ 89 w 108"/>
                <a:gd name="T41" fmla="*/ 23 h 146"/>
                <a:gd name="T42" fmla="*/ 106 w 108"/>
                <a:gd name="T43" fmla="*/ 36 h 146"/>
                <a:gd name="T44" fmla="*/ 93 w 108"/>
                <a:gd name="T45" fmla="*/ 62 h 146"/>
                <a:gd name="T46" fmla="*/ 97 w 108"/>
                <a:gd name="T47" fmla="*/ 76 h 146"/>
                <a:gd name="T48" fmla="*/ 63 w 108"/>
                <a:gd name="T49" fmla="*/ 92 h 146"/>
                <a:gd name="T50" fmla="*/ 74 w 108"/>
                <a:gd name="T51" fmla="*/ 96 h 146"/>
                <a:gd name="T52" fmla="*/ 66 w 108"/>
                <a:gd name="T53" fmla="*/ 113 h 146"/>
                <a:gd name="T54" fmla="*/ 58 w 108"/>
                <a:gd name="T55" fmla="*/ 146 h 146"/>
                <a:gd name="T56" fmla="*/ 85 w 108"/>
                <a:gd name="T57" fmla="*/ 42 h 146"/>
                <a:gd name="T58" fmla="*/ 70 w 108"/>
                <a:gd name="T59" fmla="*/ 47 h 146"/>
                <a:gd name="T60" fmla="*/ 70 w 108"/>
                <a:gd name="T61" fmla="*/ 48 h 146"/>
                <a:gd name="T62" fmla="*/ 74 w 108"/>
                <a:gd name="T63" fmla="*/ 47 h 146"/>
                <a:gd name="T64" fmla="*/ 80 w 108"/>
                <a:gd name="T65" fmla="*/ 5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8" h="146">
                  <a:moveTo>
                    <a:pt x="58" y="146"/>
                  </a:moveTo>
                  <a:cubicBezTo>
                    <a:pt x="57" y="145"/>
                    <a:pt x="57" y="145"/>
                    <a:pt x="57" y="145"/>
                  </a:cubicBezTo>
                  <a:cubicBezTo>
                    <a:pt x="47" y="146"/>
                    <a:pt x="37" y="145"/>
                    <a:pt x="27" y="141"/>
                  </a:cubicBezTo>
                  <a:cubicBezTo>
                    <a:pt x="27" y="141"/>
                    <a:pt x="27" y="141"/>
                    <a:pt x="27" y="139"/>
                  </a:cubicBezTo>
                  <a:cubicBezTo>
                    <a:pt x="32" y="136"/>
                    <a:pt x="40" y="137"/>
                    <a:pt x="44" y="131"/>
                  </a:cubicBezTo>
                  <a:cubicBezTo>
                    <a:pt x="45" y="127"/>
                    <a:pt x="45" y="123"/>
                    <a:pt x="45" y="119"/>
                  </a:cubicBezTo>
                  <a:cubicBezTo>
                    <a:pt x="35" y="120"/>
                    <a:pt x="29" y="127"/>
                    <a:pt x="21" y="130"/>
                  </a:cubicBezTo>
                  <a:cubicBezTo>
                    <a:pt x="14" y="131"/>
                    <a:pt x="2" y="124"/>
                    <a:pt x="0" y="119"/>
                  </a:cubicBezTo>
                  <a:cubicBezTo>
                    <a:pt x="0" y="110"/>
                    <a:pt x="2" y="114"/>
                    <a:pt x="11" y="113"/>
                  </a:cubicBezTo>
                  <a:cubicBezTo>
                    <a:pt x="23" y="111"/>
                    <a:pt x="34" y="105"/>
                    <a:pt x="45" y="100"/>
                  </a:cubicBezTo>
                  <a:cubicBezTo>
                    <a:pt x="47" y="98"/>
                    <a:pt x="47" y="98"/>
                    <a:pt x="49" y="97"/>
                  </a:cubicBezTo>
                  <a:cubicBezTo>
                    <a:pt x="51" y="90"/>
                    <a:pt x="53" y="89"/>
                    <a:pt x="61" y="87"/>
                  </a:cubicBezTo>
                  <a:cubicBezTo>
                    <a:pt x="64" y="86"/>
                    <a:pt x="64" y="86"/>
                    <a:pt x="72" y="80"/>
                  </a:cubicBezTo>
                  <a:cubicBezTo>
                    <a:pt x="73" y="80"/>
                    <a:pt x="73" y="79"/>
                    <a:pt x="73" y="78"/>
                  </a:cubicBezTo>
                  <a:cubicBezTo>
                    <a:pt x="60" y="79"/>
                    <a:pt x="49" y="90"/>
                    <a:pt x="38" y="97"/>
                  </a:cubicBezTo>
                  <a:cubicBezTo>
                    <a:pt x="33" y="99"/>
                    <a:pt x="29" y="98"/>
                    <a:pt x="25" y="96"/>
                  </a:cubicBezTo>
                  <a:cubicBezTo>
                    <a:pt x="23" y="97"/>
                    <a:pt x="10" y="99"/>
                    <a:pt x="16" y="94"/>
                  </a:cubicBezTo>
                  <a:cubicBezTo>
                    <a:pt x="20" y="92"/>
                    <a:pt x="23" y="89"/>
                    <a:pt x="27" y="87"/>
                  </a:cubicBezTo>
                  <a:cubicBezTo>
                    <a:pt x="37" y="81"/>
                    <a:pt x="49" y="75"/>
                    <a:pt x="60" y="69"/>
                  </a:cubicBezTo>
                  <a:cubicBezTo>
                    <a:pt x="60" y="67"/>
                    <a:pt x="59" y="66"/>
                    <a:pt x="59" y="66"/>
                  </a:cubicBezTo>
                  <a:cubicBezTo>
                    <a:pt x="59" y="63"/>
                    <a:pt x="59" y="62"/>
                    <a:pt x="60" y="60"/>
                  </a:cubicBezTo>
                  <a:cubicBezTo>
                    <a:pt x="58" y="61"/>
                    <a:pt x="57" y="61"/>
                    <a:pt x="57" y="63"/>
                  </a:cubicBezTo>
                  <a:cubicBezTo>
                    <a:pt x="50" y="65"/>
                    <a:pt x="48" y="71"/>
                    <a:pt x="42" y="65"/>
                  </a:cubicBezTo>
                  <a:cubicBezTo>
                    <a:pt x="41" y="71"/>
                    <a:pt x="37" y="75"/>
                    <a:pt x="31" y="75"/>
                  </a:cubicBezTo>
                  <a:cubicBezTo>
                    <a:pt x="25" y="72"/>
                    <a:pt x="25" y="62"/>
                    <a:pt x="24" y="58"/>
                  </a:cubicBezTo>
                  <a:cubicBezTo>
                    <a:pt x="24" y="57"/>
                    <a:pt x="23" y="54"/>
                    <a:pt x="22" y="49"/>
                  </a:cubicBezTo>
                  <a:cubicBezTo>
                    <a:pt x="19" y="44"/>
                    <a:pt x="14" y="38"/>
                    <a:pt x="17" y="33"/>
                  </a:cubicBezTo>
                  <a:cubicBezTo>
                    <a:pt x="21" y="31"/>
                    <a:pt x="23" y="30"/>
                    <a:pt x="26" y="35"/>
                  </a:cubicBezTo>
                  <a:cubicBezTo>
                    <a:pt x="29" y="38"/>
                    <a:pt x="33" y="41"/>
                    <a:pt x="36" y="45"/>
                  </a:cubicBezTo>
                  <a:cubicBezTo>
                    <a:pt x="36" y="45"/>
                    <a:pt x="37" y="45"/>
                    <a:pt x="37" y="45"/>
                  </a:cubicBezTo>
                  <a:cubicBezTo>
                    <a:pt x="39" y="50"/>
                    <a:pt x="43" y="56"/>
                    <a:pt x="43" y="62"/>
                  </a:cubicBezTo>
                  <a:cubicBezTo>
                    <a:pt x="46" y="60"/>
                    <a:pt x="50" y="57"/>
                    <a:pt x="48" y="53"/>
                  </a:cubicBezTo>
                  <a:cubicBezTo>
                    <a:pt x="43" y="50"/>
                    <a:pt x="46" y="46"/>
                    <a:pt x="49" y="44"/>
                  </a:cubicBezTo>
                  <a:cubicBezTo>
                    <a:pt x="52" y="44"/>
                    <a:pt x="52" y="44"/>
                    <a:pt x="55" y="44"/>
                  </a:cubicBezTo>
                  <a:cubicBezTo>
                    <a:pt x="55" y="43"/>
                    <a:pt x="55" y="43"/>
                    <a:pt x="54" y="42"/>
                  </a:cubicBezTo>
                  <a:cubicBezTo>
                    <a:pt x="50" y="41"/>
                    <a:pt x="51" y="40"/>
                    <a:pt x="52" y="36"/>
                  </a:cubicBezTo>
                  <a:cubicBezTo>
                    <a:pt x="47" y="34"/>
                    <a:pt x="45" y="29"/>
                    <a:pt x="47" y="26"/>
                  </a:cubicBezTo>
                  <a:cubicBezTo>
                    <a:pt x="61" y="22"/>
                    <a:pt x="61" y="22"/>
                    <a:pt x="67" y="20"/>
                  </a:cubicBezTo>
                  <a:cubicBezTo>
                    <a:pt x="72" y="15"/>
                    <a:pt x="77" y="0"/>
                    <a:pt x="85" y="3"/>
                  </a:cubicBezTo>
                  <a:cubicBezTo>
                    <a:pt x="88" y="6"/>
                    <a:pt x="90" y="11"/>
                    <a:pt x="89" y="16"/>
                  </a:cubicBezTo>
                  <a:cubicBezTo>
                    <a:pt x="88" y="18"/>
                    <a:pt x="86" y="20"/>
                    <a:pt x="86" y="23"/>
                  </a:cubicBezTo>
                  <a:cubicBezTo>
                    <a:pt x="87" y="23"/>
                    <a:pt x="88" y="23"/>
                    <a:pt x="89" y="23"/>
                  </a:cubicBezTo>
                  <a:cubicBezTo>
                    <a:pt x="94" y="20"/>
                    <a:pt x="97" y="16"/>
                    <a:pt x="101" y="25"/>
                  </a:cubicBezTo>
                  <a:cubicBezTo>
                    <a:pt x="106" y="28"/>
                    <a:pt x="108" y="27"/>
                    <a:pt x="106" y="36"/>
                  </a:cubicBezTo>
                  <a:cubicBezTo>
                    <a:pt x="102" y="44"/>
                    <a:pt x="98" y="53"/>
                    <a:pt x="93" y="61"/>
                  </a:cubicBezTo>
                  <a:cubicBezTo>
                    <a:pt x="93" y="61"/>
                    <a:pt x="93" y="62"/>
                    <a:pt x="93" y="62"/>
                  </a:cubicBezTo>
                  <a:cubicBezTo>
                    <a:pt x="94" y="62"/>
                    <a:pt x="95" y="63"/>
                    <a:pt x="96" y="63"/>
                  </a:cubicBezTo>
                  <a:cubicBezTo>
                    <a:pt x="97" y="67"/>
                    <a:pt x="97" y="71"/>
                    <a:pt x="97" y="76"/>
                  </a:cubicBezTo>
                  <a:cubicBezTo>
                    <a:pt x="93" y="81"/>
                    <a:pt x="89" y="81"/>
                    <a:pt x="83" y="82"/>
                  </a:cubicBezTo>
                  <a:cubicBezTo>
                    <a:pt x="76" y="85"/>
                    <a:pt x="70" y="88"/>
                    <a:pt x="63" y="92"/>
                  </a:cubicBezTo>
                  <a:cubicBezTo>
                    <a:pt x="63" y="94"/>
                    <a:pt x="63" y="95"/>
                    <a:pt x="63" y="97"/>
                  </a:cubicBezTo>
                  <a:cubicBezTo>
                    <a:pt x="67" y="96"/>
                    <a:pt x="70" y="96"/>
                    <a:pt x="74" y="96"/>
                  </a:cubicBezTo>
                  <a:cubicBezTo>
                    <a:pt x="77" y="99"/>
                    <a:pt x="77" y="106"/>
                    <a:pt x="75" y="110"/>
                  </a:cubicBezTo>
                  <a:cubicBezTo>
                    <a:pt x="71" y="111"/>
                    <a:pt x="69" y="111"/>
                    <a:pt x="66" y="113"/>
                  </a:cubicBezTo>
                  <a:cubicBezTo>
                    <a:pt x="65" y="115"/>
                    <a:pt x="65" y="116"/>
                    <a:pt x="64" y="118"/>
                  </a:cubicBezTo>
                  <a:cubicBezTo>
                    <a:pt x="65" y="126"/>
                    <a:pt x="69" y="144"/>
                    <a:pt x="58" y="146"/>
                  </a:cubicBezTo>
                  <a:moveTo>
                    <a:pt x="80" y="54"/>
                  </a:moveTo>
                  <a:cubicBezTo>
                    <a:pt x="83" y="50"/>
                    <a:pt x="85" y="47"/>
                    <a:pt x="85" y="42"/>
                  </a:cubicBezTo>
                  <a:cubicBezTo>
                    <a:pt x="82" y="40"/>
                    <a:pt x="77" y="39"/>
                    <a:pt x="74" y="40"/>
                  </a:cubicBezTo>
                  <a:cubicBezTo>
                    <a:pt x="74" y="41"/>
                    <a:pt x="74" y="41"/>
                    <a:pt x="70" y="47"/>
                  </a:cubicBezTo>
                  <a:cubicBezTo>
                    <a:pt x="71" y="47"/>
                    <a:pt x="71" y="48"/>
                    <a:pt x="71" y="48"/>
                  </a:cubicBezTo>
                  <a:cubicBezTo>
                    <a:pt x="71" y="48"/>
                    <a:pt x="71" y="48"/>
                    <a:pt x="70" y="48"/>
                  </a:cubicBezTo>
                  <a:cubicBezTo>
                    <a:pt x="70" y="48"/>
                    <a:pt x="70" y="49"/>
                    <a:pt x="71" y="49"/>
                  </a:cubicBezTo>
                  <a:cubicBezTo>
                    <a:pt x="72" y="49"/>
                    <a:pt x="73" y="48"/>
                    <a:pt x="74" y="47"/>
                  </a:cubicBezTo>
                  <a:cubicBezTo>
                    <a:pt x="79" y="46"/>
                    <a:pt x="79" y="48"/>
                    <a:pt x="79" y="54"/>
                  </a:cubicBezTo>
                  <a:cubicBezTo>
                    <a:pt x="79" y="54"/>
                    <a:pt x="79" y="54"/>
                    <a:pt x="80" y="5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 130">
              <a:extLst>
                <a:ext uri="{FF2B5EF4-FFF2-40B4-BE49-F238E27FC236}">
                  <a16:creationId xmlns:a16="http://schemas.microsoft.com/office/drawing/2014/main" id="{C54121B3-6A2D-B0A0-70DA-1CD9F7AA39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30575" y="1220508"/>
              <a:ext cx="938213" cy="947738"/>
            </a:xfrm>
            <a:custGeom>
              <a:avLst/>
              <a:gdLst>
                <a:gd name="T0" fmla="*/ 110 w 221"/>
                <a:gd name="T1" fmla="*/ 0 h 221"/>
                <a:gd name="T2" fmla="*/ 221 w 221"/>
                <a:gd name="T3" fmla="*/ 110 h 221"/>
                <a:gd name="T4" fmla="*/ 110 w 221"/>
                <a:gd name="T5" fmla="*/ 221 h 221"/>
                <a:gd name="T6" fmla="*/ 0 w 221"/>
                <a:gd name="T7" fmla="*/ 110 h 221"/>
                <a:gd name="T8" fmla="*/ 110 w 221"/>
                <a:gd name="T9" fmla="*/ 0 h 221"/>
                <a:gd name="T10" fmla="*/ 110 w 221"/>
                <a:gd name="T11" fmla="*/ 4 h 221"/>
                <a:gd name="T12" fmla="*/ 4 w 221"/>
                <a:gd name="T13" fmla="*/ 110 h 221"/>
                <a:gd name="T14" fmla="*/ 110 w 221"/>
                <a:gd name="T15" fmla="*/ 217 h 221"/>
                <a:gd name="T16" fmla="*/ 217 w 221"/>
                <a:gd name="T17" fmla="*/ 110 h 221"/>
                <a:gd name="T18" fmla="*/ 110 w 221"/>
                <a:gd name="T19" fmla="*/ 4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1" h="221">
                  <a:moveTo>
                    <a:pt x="110" y="0"/>
                  </a:moveTo>
                  <a:cubicBezTo>
                    <a:pt x="172" y="0"/>
                    <a:pt x="221" y="49"/>
                    <a:pt x="221" y="110"/>
                  </a:cubicBezTo>
                  <a:cubicBezTo>
                    <a:pt x="221" y="172"/>
                    <a:pt x="172" y="221"/>
                    <a:pt x="110" y="221"/>
                  </a:cubicBezTo>
                  <a:cubicBezTo>
                    <a:pt x="49" y="221"/>
                    <a:pt x="0" y="172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moveTo>
                    <a:pt x="110" y="4"/>
                  </a:moveTo>
                  <a:cubicBezTo>
                    <a:pt x="52" y="4"/>
                    <a:pt x="4" y="52"/>
                    <a:pt x="4" y="110"/>
                  </a:cubicBezTo>
                  <a:cubicBezTo>
                    <a:pt x="4" y="169"/>
                    <a:pt x="52" y="217"/>
                    <a:pt x="110" y="217"/>
                  </a:cubicBezTo>
                  <a:cubicBezTo>
                    <a:pt x="169" y="217"/>
                    <a:pt x="217" y="169"/>
                    <a:pt x="217" y="110"/>
                  </a:cubicBezTo>
                  <a:cubicBezTo>
                    <a:pt x="217" y="52"/>
                    <a:pt x="169" y="4"/>
                    <a:pt x="110" y="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 131">
              <a:extLst>
                <a:ext uri="{FF2B5EF4-FFF2-40B4-BE49-F238E27FC236}">
                  <a16:creationId xmlns:a16="http://schemas.microsoft.com/office/drawing/2014/main" id="{34FCFD1A-71C1-744A-34BA-97D90F7E4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538" y="1430058"/>
              <a:ext cx="522288" cy="468313"/>
            </a:xfrm>
            <a:custGeom>
              <a:avLst/>
              <a:gdLst>
                <a:gd name="T0" fmla="*/ 23 w 123"/>
                <a:gd name="T1" fmla="*/ 109 h 109"/>
                <a:gd name="T2" fmla="*/ 6 w 123"/>
                <a:gd name="T3" fmla="*/ 88 h 109"/>
                <a:gd name="T4" fmla="*/ 0 w 123"/>
                <a:gd name="T5" fmla="*/ 61 h 109"/>
                <a:gd name="T6" fmla="*/ 61 w 123"/>
                <a:gd name="T7" fmla="*/ 0 h 109"/>
                <a:gd name="T8" fmla="*/ 123 w 123"/>
                <a:gd name="T9" fmla="*/ 61 h 109"/>
                <a:gd name="T10" fmla="*/ 117 w 123"/>
                <a:gd name="T11" fmla="*/ 88 h 109"/>
                <a:gd name="T12" fmla="*/ 100 w 123"/>
                <a:gd name="T13" fmla="*/ 109 h 109"/>
                <a:gd name="T14" fmla="*/ 99 w 123"/>
                <a:gd name="T15" fmla="*/ 107 h 109"/>
                <a:gd name="T16" fmla="*/ 115 w 123"/>
                <a:gd name="T17" fmla="*/ 87 h 109"/>
                <a:gd name="T18" fmla="*/ 121 w 123"/>
                <a:gd name="T19" fmla="*/ 61 h 109"/>
                <a:gd name="T20" fmla="*/ 61 w 123"/>
                <a:gd name="T21" fmla="*/ 2 h 109"/>
                <a:gd name="T22" fmla="*/ 2 w 123"/>
                <a:gd name="T23" fmla="*/ 61 h 109"/>
                <a:gd name="T24" fmla="*/ 8 w 123"/>
                <a:gd name="T25" fmla="*/ 87 h 109"/>
                <a:gd name="T26" fmla="*/ 24 w 123"/>
                <a:gd name="T27" fmla="*/ 107 h 109"/>
                <a:gd name="T28" fmla="*/ 23 w 123"/>
                <a:gd name="T2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3" h="109">
                  <a:moveTo>
                    <a:pt x="23" y="109"/>
                  </a:moveTo>
                  <a:cubicBezTo>
                    <a:pt x="16" y="103"/>
                    <a:pt x="10" y="96"/>
                    <a:pt x="6" y="88"/>
                  </a:cubicBezTo>
                  <a:cubicBezTo>
                    <a:pt x="2" y="80"/>
                    <a:pt x="0" y="71"/>
                    <a:pt x="0" y="61"/>
                  </a:cubicBezTo>
                  <a:cubicBezTo>
                    <a:pt x="0" y="28"/>
                    <a:pt x="28" y="0"/>
                    <a:pt x="61" y="0"/>
                  </a:cubicBezTo>
                  <a:cubicBezTo>
                    <a:pt x="95" y="0"/>
                    <a:pt x="123" y="28"/>
                    <a:pt x="123" y="61"/>
                  </a:cubicBezTo>
                  <a:cubicBezTo>
                    <a:pt x="123" y="71"/>
                    <a:pt x="121" y="80"/>
                    <a:pt x="117" y="88"/>
                  </a:cubicBezTo>
                  <a:cubicBezTo>
                    <a:pt x="113" y="96"/>
                    <a:pt x="107" y="103"/>
                    <a:pt x="100" y="109"/>
                  </a:cubicBezTo>
                  <a:cubicBezTo>
                    <a:pt x="99" y="107"/>
                    <a:pt x="99" y="107"/>
                    <a:pt x="99" y="107"/>
                  </a:cubicBezTo>
                  <a:cubicBezTo>
                    <a:pt x="106" y="102"/>
                    <a:pt x="111" y="95"/>
                    <a:pt x="115" y="87"/>
                  </a:cubicBezTo>
                  <a:cubicBezTo>
                    <a:pt x="119" y="79"/>
                    <a:pt x="121" y="70"/>
                    <a:pt x="121" y="61"/>
                  </a:cubicBezTo>
                  <a:cubicBezTo>
                    <a:pt x="121" y="29"/>
                    <a:pt x="94" y="2"/>
                    <a:pt x="61" y="2"/>
                  </a:cubicBezTo>
                  <a:cubicBezTo>
                    <a:pt x="29" y="2"/>
                    <a:pt x="2" y="29"/>
                    <a:pt x="2" y="61"/>
                  </a:cubicBezTo>
                  <a:cubicBezTo>
                    <a:pt x="2" y="70"/>
                    <a:pt x="4" y="79"/>
                    <a:pt x="8" y="87"/>
                  </a:cubicBezTo>
                  <a:cubicBezTo>
                    <a:pt x="12" y="95"/>
                    <a:pt x="17" y="102"/>
                    <a:pt x="24" y="107"/>
                  </a:cubicBezTo>
                  <a:lnTo>
                    <a:pt x="23" y="1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 132">
              <a:extLst>
                <a:ext uri="{FF2B5EF4-FFF2-40B4-BE49-F238E27FC236}">
                  <a16:creationId xmlns:a16="http://schemas.microsoft.com/office/drawing/2014/main" id="{A6A47690-C79A-D58F-BED1-337A98290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6613" y="1777721"/>
              <a:ext cx="106363" cy="77788"/>
            </a:xfrm>
            <a:custGeom>
              <a:avLst/>
              <a:gdLst>
                <a:gd name="T0" fmla="*/ 13 w 67"/>
                <a:gd name="T1" fmla="*/ 49 h 49"/>
                <a:gd name="T2" fmla="*/ 0 w 67"/>
                <a:gd name="T3" fmla="*/ 17 h 49"/>
                <a:gd name="T4" fmla="*/ 8 w 67"/>
                <a:gd name="T5" fmla="*/ 17 h 49"/>
                <a:gd name="T6" fmla="*/ 59 w 67"/>
                <a:gd name="T7" fmla="*/ 22 h 49"/>
                <a:gd name="T8" fmla="*/ 51 w 67"/>
                <a:gd name="T9" fmla="*/ 3 h 49"/>
                <a:gd name="T10" fmla="*/ 56 w 67"/>
                <a:gd name="T11" fmla="*/ 0 h 49"/>
                <a:gd name="T12" fmla="*/ 67 w 67"/>
                <a:gd name="T13" fmla="*/ 27 h 49"/>
                <a:gd name="T14" fmla="*/ 62 w 67"/>
                <a:gd name="T15" fmla="*/ 30 h 49"/>
                <a:gd name="T16" fmla="*/ 11 w 67"/>
                <a:gd name="T17" fmla="*/ 22 h 49"/>
                <a:gd name="T18" fmla="*/ 19 w 67"/>
                <a:gd name="T19" fmla="*/ 46 h 49"/>
                <a:gd name="T20" fmla="*/ 13 w 67"/>
                <a:gd name="T21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" h="49">
                  <a:moveTo>
                    <a:pt x="13" y="49"/>
                  </a:moveTo>
                  <a:lnTo>
                    <a:pt x="0" y="17"/>
                  </a:lnTo>
                  <a:lnTo>
                    <a:pt x="8" y="17"/>
                  </a:lnTo>
                  <a:lnTo>
                    <a:pt x="59" y="22"/>
                  </a:lnTo>
                  <a:lnTo>
                    <a:pt x="51" y="3"/>
                  </a:lnTo>
                  <a:lnTo>
                    <a:pt x="56" y="0"/>
                  </a:lnTo>
                  <a:lnTo>
                    <a:pt x="67" y="27"/>
                  </a:lnTo>
                  <a:lnTo>
                    <a:pt x="62" y="30"/>
                  </a:lnTo>
                  <a:lnTo>
                    <a:pt x="11" y="22"/>
                  </a:lnTo>
                  <a:lnTo>
                    <a:pt x="19" y="46"/>
                  </a:lnTo>
                  <a:lnTo>
                    <a:pt x="13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 133">
              <a:extLst>
                <a:ext uri="{FF2B5EF4-FFF2-40B4-BE49-F238E27FC236}">
                  <a16:creationId xmlns:a16="http://schemas.microsoft.com/office/drawing/2014/main" id="{9D717382-F546-BEF7-D2C2-E8667A56C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775" y="1833283"/>
              <a:ext cx="101600" cy="87313"/>
            </a:xfrm>
            <a:custGeom>
              <a:avLst/>
              <a:gdLst>
                <a:gd name="T0" fmla="*/ 13 w 64"/>
                <a:gd name="T1" fmla="*/ 55 h 55"/>
                <a:gd name="T2" fmla="*/ 10 w 64"/>
                <a:gd name="T3" fmla="*/ 49 h 55"/>
                <a:gd name="T4" fmla="*/ 35 w 64"/>
                <a:gd name="T5" fmla="*/ 36 h 55"/>
                <a:gd name="T6" fmla="*/ 27 w 64"/>
                <a:gd name="T7" fmla="*/ 19 h 55"/>
                <a:gd name="T8" fmla="*/ 2 w 64"/>
                <a:gd name="T9" fmla="*/ 33 h 55"/>
                <a:gd name="T10" fmla="*/ 0 w 64"/>
                <a:gd name="T11" fmla="*/ 27 h 55"/>
                <a:gd name="T12" fmla="*/ 51 w 64"/>
                <a:gd name="T13" fmla="*/ 0 h 55"/>
                <a:gd name="T14" fmla="*/ 53 w 64"/>
                <a:gd name="T15" fmla="*/ 6 h 55"/>
                <a:gd name="T16" fmla="*/ 32 w 64"/>
                <a:gd name="T17" fmla="*/ 17 h 55"/>
                <a:gd name="T18" fmla="*/ 40 w 64"/>
                <a:gd name="T19" fmla="*/ 33 h 55"/>
                <a:gd name="T20" fmla="*/ 61 w 64"/>
                <a:gd name="T21" fmla="*/ 22 h 55"/>
                <a:gd name="T22" fmla="*/ 64 w 64"/>
                <a:gd name="T23" fmla="*/ 27 h 55"/>
                <a:gd name="T24" fmla="*/ 13 w 64"/>
                <a:gd name="T25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55">
                  <a:moveTo>
                    <a:pt x="13" y="55"/>
                  </a:moveTo>
                  <a:lnTo>
                    <a:pt x="10" y="49"/>
                  </a:lnTo>
                  <a:lnTo>
                    <a:pt x="35" y="36"/>
                  </a:lnTo>
                  <a:lnTo>
                    <a:pt x="27" y="19"/>
                  </a:lnTo>
                  <a:lnTo>
                    <a:pt x="2" y="33"/>
                  </a:lnTo>
                  <a:lnTo>
                    <a:pt x="0" y="27"/>
                  </a:lnTo>
                  <a:lnTo>
                    <a:pt x="51" y="0"/>
                  </a:lnTo>
                  <a:lnTo>
                    <a:pt x="53" y="6"/>
                  </a:lnTo>
                  <a:lnTo>
                    <a:pt x="32" y="17"/>
                  </a:lnTo>
                  <a:lnTo>
                    <a:pt x="40" y="33"/>
                  </a:lnTo>
                  <a:lnTo>
                    <a:pt x="61" y="22"/>
                  </a:lnTo>
                  <a:lnTo>
                    <a:pt x="64" y="27"/>
                  </a:lnTo>
                  <a:lnTo>
                    <a:pt x="13" y="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 134">
              <a:extLst>
                <a:ext uri="{FF2B5EF4-FFF2-40B4-BE49-F238E27FC236}">
                  <a16:creationId xmlns:a16="http://schemas.microsoft.com/office/drawing/2014/main" id="{671FBD91-1844-5619-3D58-E71C25C4E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350" y="1880908"/>
              <a:ext cx="106363" cy="90488"/>
            </a:xfrm>
            <a:custGeom>
              <a:avLst/>
              <a:gdLst>
                <a:gd name="T0" fmla="*/ 19 w 67"/>
                <a:gd name="T1" fmla="*/ 57 h 57"/>
                <a:gd name="T2" fmla="*/ 0 w 67"/>
                <a:gd name="T3" fmla="*/ 30 h 57"/>
                <a:gd name="T4" fmla="*/ 49 w 67"/>
                <a:gd name="T5" fmla="*/ 0 h 57"/>
                <a:gd name="T6" fmla="*/ 67 w 67"/>
                <a:gd name="T7" fmla="*/ 25 h 57"/>
                <a:gd name="T8" fmla="*/ 62 w 67"/>
                <a:gd name="T9" fmla="*/ 30 h 57"/>
                <a:gd name="T10" fmla="*/ 49 w 67"/>
                <a:gd name="T11" fmla="*/ 11 h 57"/>
                <a:gd name="T12" fmla="*/ 33 w 67"/>
                <a:gd name="T13" fmla="*/ 19 h 57"/>
                <a:gd name="T14" fmla="*/ 46 w 67"/>
                <a:gd name="T15" fmla="*/ 35 h 57"/>
                <a:gd name="T16" fmla="*/ 41 w 67"/>
                <a:gd name="T17" fmla="*/ 41 h 57"/>
                <a:gd name="T18" fmla="*/ 27 w 67"/>
                <a:gd name="T19" fmla="*/ 22 h 57"/>
                <a:gd name="T20" fmla="*/ 11 w 67"/>
                <a:gd name="T21" fmla="*/ 33 h 57"/>
                <a:gd name="T22" fmla="*/ 25 w 67"/>
                <a:gd name="T23" fmla="*/ 54 h 57"/>
                <a:gd name="T24" fmla="*/ 19 w 67"/>
                <a:gd name="T2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7" h="57">
                  <a:moveTo>
                    <a:pt x="19" y="57"/>
                  </a:moveTo>
                  <a:lnTo>
                    <a:pt x="0" y="30"/>
                  </a:lnTo>
                  <a:lnTo>
                    <a:pt x="49" y="0"/>
                  </a:lnTo>
                  <a:lnTo>
                    <a:pt x="67" y="25"/>
                  </a:lnTo>
                  <a:lnTo>
                    <a:pt x="62" y="30"/>
                  </a:lnTo>
                  <a:lnTo>
                    <a:pt x="49" y="11"/>
                  </a:lnTo>
                  <a:lnTo>
                    <a:pt x="33" y="19"/>
                  </a:lnTo>
                  <a:lnTo>
                    <a:pt x="46" y="35"/>
                  </a:lnTo>
                  <a:lnTo>
                    <a:pt x="41" y="41"/>
                  </a:lnTo>
                  <a:lnTo>
                    <a:pt x="27" y="22"/>
                  </a:lnTo>
                  <a:lnTo>
                    <a:pt x="11" y="33"/>
                  </a:lnTo>
                  <a:lnTo>
                    <a:pt x="25" y="54"/>
                  </a:lnTo>
                  <a:lnTo>
                    <a:pt x="19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 135">
              <a:extLst>
                <a:ext uri="{FF2B5EF4-FFF2-40B4-BE49-F238E27FC236}">
                  <a16:creationId xmlns:a16="http://schemas.microsoft.com/office/drawing/2014/main" id="{06FCF120-0611-D468-5821-FC178BA18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075" y="1958696"/>
              <a:ext cx="68263" cy="77788"/>
            </a:xfrm>
            <a:custGeom>
              <a:avLst/>
              <a:gdLst>
                <a:gd name="T0" fmla="*/ 5 w 43"/>
                <a:gd name="T1" fmla="*/ 49 h 49"/>
                <a:gd name="T2" fmla="*/ 0 w 43"/>
                <a:gd name="T3" fmla="*/ 43 h 49"/>
                <a:gd name="T4" fmla="*/ 35 w 43"/>
                <a:gd name="T5" fmla="*/ 0 h 49"/>
                <a:gd name="T6" fmla="*/ 43 w 43"/>
                <a:gd name="T7" fmla="*/ 5 h 49"/>
                <a:gd name="T8" fmla="*/ 5 w 43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49">
                  <a:moveTo>
                    <a:pt x="5" y="49"/>
                  </a:moveTo>
                  <a:lnTo>
                    <a:pt x="0" y="43"/>
                  </a:lnTo>
                  <a:lnTo>
                    <a:pt x="35" y="0"/>
                  </a:lnTo>
                  <a:lnTo>
                    <a:pt x="43" y="5"/>
                  </a:lnTo>
                  <a:lnTo>
                    <a:pt x="5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 136">
              <a:extLst>
                <a:ext uri="{FF2B5EF4-FFF2-40B4-BE49-F238E27FC236}">
                  <a16:creationId xmlns:a16="http://schemas.microsoft.com/office/drawing/2014/main" id="{B3307910-1C95-A24F-ED95-EAF1A5C934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41713" y="1979333"/>
              <a:ext cx="80963" cy="95250"/>
            </a:xfrm>
            <a:custGeom>
              <a:avLst/>
              <a:gdLst>
                <a:gd name="T0" fmla="*/ 22 w 51"/>
                <a:gd name="T1" fmla="*/ 54 h 60"/>
                <a:gd name="T2" fmla="*/ 27 w 51"/>
                <a:gd name="T3" fmla="*/ 38 h 60"/>
                <a:gd name="T4" fmla="*/ 19 w 51"/>
                <a:gd name="T5" fmla="*/ 33 h 60"/>
                <a:gd name="T6" fmla="*/ 6 w 51"/>
                <a:gd name="T7" fmla="*/ 46 h 60"/>
                <a:gd name="T8" fmla="*/ 0 w 51"/>
                <a:gd name="T9" fmla="*/ 41 h 60"/>
                <a:gd name="T10" fmla="*/ 40 w 51"/>
                <a:gd name="T11" fmla="*/ 0 h 60"/>
                <a:gd name="T12" fmla="*/ 51 w 51"/>
                <a:gd name="T13" fmla="*/ 6 h 60"/>
                <a:gd name="T14" fmla="*/ 27 w 51"/>
                <a:gd name="T15" fmla="*/ 60 h 60"/>
                <a:gd name="T16" fmla="*/ 22 w 51"/>
                <a:gd name="T17" fmla="*/ 54 h 60"/>
                <a:gd name="T18" fmla="*/ 32 w 51"/>
                <a:gd name="T19" fmla="*/ 33 h 60"/>
                <a:gd name="T20" fmla="*/ 40 w 51"/>
                <a:gd name="T21" fmla="*/ 11 h 60"/>
                <a:gd name="T22" fmla="*/ 40 w 51"/>
                <a:gd name="T23" fmla="*/ 11 h 60"/>
                <a:gd name="T24" fmla="*/ 24 w 51"/>
                <a:gd name="T25" fmla="*/ 27 h 60"/>
                <a:gd name="T26" fmla="*/ 32 w 51"/>
                <a:gd name="T27" fmla="*/ 3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1" h="60">
                  <a:moveTo>
                    <a:pt x="22" y="54"/>
                  </a:moveTo>
                  <a:lnTo>
                    <a:pt x="27" y="38"/>
                  </a:lnTo>
                  <a:lnTo>
                    <a:pt x="19" y="33"/>
                  </a:lnTo>
                  <a:lnTo>
                    <a:pt x="6" y="46"/>
                  </a:lnTo>
                  <a:lnTo>
                    <a:pt x="0" y="41"/>
                  </a:lnTo>
                  <a:lnTo>
                    <a:pt x="40" y="0"/>
                  </a:lnTo>
                  <a:lnTo>
                    <a:pt x="51" y="6"/>
                  </a:lnTo>
                  <a:lnTo>
                    <a:pt x="27" y="60"/>
                  </a:lnTo>
                  <a:lnTo>
                    <a:pt x="22" y="54"/>
                  </a:lnTo>
                  <a:close/>
                  <a:moveTo>
                    <a:pt x="32" y="33"/>
                  </a:moveTo>
                  <a:lnTo>
                    <a:pt x="40" y="11"/>
                  </a:lnTo>
                  <a:lnTo>
                    <a:pt x="40" y="11"/>
                  </a:lnTo>
                  <a:lnTo>
                    <a:pt x="24" y="27"/>
                  </a:lnTo>
                  <a:lnTo>
                    <a:pt x="32" y="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137">
              <a:extLst>
                <a:ext uri="{FF2B5EF4-FFF2-40B4-BE49-F238E27FC236}">
                  <a16:creationId xmlns:a16="http://schemas.microsoft.com/office/drawing/2014/main" id="{240618D7-3BBA-42C0-0B0E-F2B4B4A68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275" y="1992033"/>
              <a:ext cx="85725" cy="107950"/>
            </a:xfrm>
            <a:custGeom>
              <a:avLst/>
              <a:gdLst>
                <a:gd name="T0" fmla="*/ 27 w 54"/>
                <a:gd name="T1" fmla="*/ 68 h 68"/>
                <a:gd name="T2" fmla="*/ 19 w 54"/>
                <a:gd name="T3" fmla="*/ 63 h 68"/>
                <a:gd name="T4" fmla="*/ 24 w 54"/>
                <a:gd name="T5" fmla="*/ 22 h 68"/>
                <a:gd name="T6" fmla="*/ 8 w 54"/>
                <a:gd name="T7" fmla="*/ 57 h 68"/>
                <a:gd name="T8" fmla="*/ 0 w 54"/>
                <a:gd name="T9" fmla="*/ 55 h 68"/>
                <a:gd name="T10" fmla="*/ 27 w 54"/>
                <a:gd name="T11" fmla="*/ 0 h 68"/>
                <a:gd name="T12" fmla="*/ 32 w 54"/>
                <a:gd name="T13" fmla="*/ 6 h 68"/>
                <a:gd name="T14" fmla="*/ 30 w 54"/>
                <a:gd name="T15" fmla="*/ 44 h 68"/>
                <a:gd name="T16" fmla="*/ 48 w 54"/>
                <a:gd name="T17" fmla="*/ 11 h 68"/>
                <a:gd name="T18" fmla="*/ 54 w 54"/>
                <a:gd name="T19" fmla="*/ 14 h 68"/>
                <a:gd name="T20" fmla="*/ 27 w 54"/>
                <a:gd name="T21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4" h="68">
                  <a:moveTo>
                    <a:pt x="27" y="68"/>
                  </a:moveTo>
                  <a:lnTo>
                    <a:pt x="19" y="63"/>
                  </a:lnTo>
                  <a:lnTo>
                    <a:pt x="24" y="22"/>
                  </a:lnTo>
                  <a:lnTo>
                    <a:pt x="8" y="57"/>
                  </a:lnTo>
                  <a:lnTo>
                    <a:pt x="0" y="55"/>
                  </a:lnTo>
                  <a:lnTo>
                    <a:pt x="27" y="0"/>
                  </a:lnTo>
                  <a:lnTo>
                    <a:pt x="32" y="6"/>
                  </a:lnTo>
                  <a:lnTo>
                    <a:pt x="30" y="44"/>
                  </a:lnTo>
                  <a:lnTo>
                    <a:pt x="48" y="11"/>
                  </a:lnTo>
                  <a:lnTo>
                    <a:pt x="54" y="14"/>
                  </a:lnTo>
                  <a:lnTo>
                    <a:pt x="27" y="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 138">
              <a:extLst>
                <a:ext uri="{FF2B5EF4-FFF2-40B4-BE49-F238E27FC236}">
                  <a16:creationId xmlns:a16="http://schemas.microsoft.com/office/drawing/2014/main" id="{777D51C7-12EE-033D-6A71-FF020C115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775" y="2019021"/>
              <a:ext cx="68263" cy="98425"/>
            </a:xfrm>
            <a:custGeom>
              <a:avLst/>
              <a:gdLst>
                <a:gd name="T0" fmla="*/ 10 w 16"/>
                <a:gd name="T1" fmla="*/ 23 h 23"/>
                <a:gd name="T2" fmla="*/ 8 w 16"/>
                <a:gd name="T3" fmla="*/ 23 h 23"/>
                <a:gd name="T4" fmla="*/ 8 w 16"/>
                <a:gd name="T5" fmla="*/ 21 h 23"/>
                <a:gd name="T6" fmla="*/ 6 w 16"/>
                <a:gd name="T7" fmla="*/ 22 h 23"/>
                <a:gd name="T8" fmla="*/ 4 w 16"/>
                <a:gd name="T9" fmla="*/ 21 h 23"/>
                <a:gd name="T10" fmla="*/ 1 w 16"/>
                <a:gd name="T11" fmla="*/ 18 h 23"/>
                <a:gd name="T12" fmla="*/ 1 w 16"/>
                <a:gd name="T13" fmla="*/ 10 h 23"/>
                <a:gd name="T14" fmla="*/ 6 w 16"/>
                <a:gd name="T15" fmla="*/ 3 h 23"/>
                <a:gd name="T16" fmla="*/ 12 w 16"/>
                <a:gd name="T17" fmla="*/ 1 h 23"/>
                <a:gd name="T18" fmla="*/ 15 w 16"/>
                <a:gd name="T19" fmla="*/ 9 h 23"/>
                <a:gd name="T20" fmla="*/ 12 w 16"/>
                <a:gd name="T21" fmla="*/ 9 h 23"/>
                <a:gd name="T22" fmla="*/ 11 w 16"/>
                <a:gd name="T23" fmla="*/ 4 h 23"/>
                <a:gd name="T24" fmla="*/ 7 w 16"/>
                <a:gd name="T25" fmla="*/ 5 h 23"/>
                <a:gd name="T26" fmla="*/ 4 w 16"/>
                <a:gd name="T27" fmla="*/ 11 h 23"/>
                <a:gd name="T28" fmla="*/ 3 w 16"/>
                <a:gd name="T29" fmla="*/ 17 h 23"/>
                <a:gd name="T30" fmla="*/ 5 w 16"/>
                <a:gd name="T31" fmla="*/ 19 h 23"/>
                <a:gd name="T32" fmla="*/ 8 w 16"/>
                <a:gd name="T33" fmla="*/ 19 h 23"/>
                <a:gd name="T34" fmla="*/ 10 w 16"/>
                <a:gd name="T35" fmla="*/ 16 h 23"/>
                <a:gd name="T36" fmla="*/ 10 w 16"/>
                <a:gd name="T37" fmla="*/ 15 h 23"/>
                <a:gd name="T38" fmla="*/ 7 w 16"/>
                <a:gd name="T39" fmla="*/ 13 h 23"/>
                <a:gd name="T40" fmla="*/ 7 w 16"/>
                <a:gd name="T41" fmla="*/ 11 h 23"/>
                <a:gd name="T42" fmla="*/ 13 w 16"/>
                <a:gd name="T43" fmla="*/ 13 h 23"/>
                <a:gd name="T44" fmla="*/ 10 w 16"/>
                <a:gd name="T4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" h="23">
                  <a:moveTo>
                    <a:pt x="10" y="23"/>
                  </a:moveTo>
                  <a:cubicBezTo>
                    <a:pt x="8" y="23"/>
                    <a:pt x="8" y="23"/>
                    <a:pt x="8" y="23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21"/>
                    <a:pt x="7" y="21"/>
                    <a:pt x="6" y="22"/>
                  </a:cubicBezTo>
                  <a:cubicBezTo>
                    <a:pt x="6" y="22"/>
                    <a:pt x="5" y="22"/>
                    <a:pt x="4" y="21"/>
                  </a:cubicBezTo>
                  <a:cubicBezTo>
                    <a:pt x="3" y="21"/>
                    <a:pt x="2" y="20"/>
                    <a:pt x="1" y="18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3" y="7"/>
                    <a:pt x="4" y="4"/>
                    <a:pt x="6" y="3"/>
                  </a:cubicBezTo>
                  <a:cubicBezTo>
                    <a:pt x="7" y="1"/>
                    <a:pt x="10" y="0"/>
                    <a:pt x="12" y="1"/>
                  </a:cubicBezTo>
                  <a:cubicBezTo>
                    <a:pt x="14" y="2"/>
                    <a:pt x="16" y="5"/>
                    <a:pt x="15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3" y="7"/>
                    <a:pt x="12" y="4"/>
                    <a:pt x="11" y="4"/>
                  </a:cubicBezTo>
                  <a:cubicBezTo>
                    <a:pt x="9" y="3"/>
                    <a:pt x="8" y="4"/>
                    <a:pt x="7" y="5"/>
                  </a:cubicBezTo>
                  <a:cubicBezTo>
                    <a:pt x="6" y="6"/>
                    <a:pt x="5" y="8"/>
                    <a:pt x="4" y="11"/>
                  </a:cubicBezTo>
                  <a:cubicBezTo>
                    <a:pt x="3" y="14"/>
                    <a:pt x="3" y="16"/>
                    <a:pt x="3" y="17"/>
                  </a:cubicBezTo>
                  <a:cubicBezTo>
                    <a:pt x="4" y="18"/>
                    <a:pt x="4" y="19"/>
                    <a:pt x="5" y="19"/>
                  </a:cubicBezTo>
                  <a:cubicBezTo>
                    <a:pt x="6" y="20"/>
                    <a:pt x="7" y="19"/>
                    <a:pt x="8" y="19"/>
                  </a:cubicBezTo>
                  <a:cubicBezTo>
                    <a:pt x="9" y="18"/>
                    <a:pt x="9" y="17"/>
                    <a:pt x="10" y="16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13" y="13"/>
                    <a:pt x="13" y="13"/>
                    <a:pt x="13" y="13"/>
                  </a:cubicBezTo>
                  <a:lnTo>
                    <a:pt x="10" y="2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 139">
              <a:extLst>
                <a:ext uri="{FF2B5EF4-FFF2-40B4-BE49-F238E27FC236}">
                  <a16:creationId xmlns:a16="http://schemas.microsoft.com/office/drawing/2014/main" id="{B9692236-DFE5-07B5-9C0D-8A8B57794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075" y="2031721"/>
              <a:ext cx="50800" cy="93663"/>
            </a:xfrm>
            <a:custGeom>
              <a:avLst/>
              <a:gdLst>
                <a:gd name="T0" fmla="*/ 12 w 12"/>
                <a:gd name="T1" fmla="*/ 15 h 22"/>
                <a:gd name="T2" fmla="*/ 10 w 12"/>
                <a:gd name="T3" fmla="*/ 20 h 22"/>
                <a:gd name="T4" fmla="*/ 6 w 12"/>
                <a:gd name="T5" fmla="*/ 21 h 22"/>
                <a:gd name="T6" fmla="*/ 1 w 12"/>
                <a:gd name="T7" fmla="*/ 20 h 22"/>
                <a:gd name="T8" fmla="*/ 0 w 12"/>
                <a:gd name="T9" fmla="*/ 15 h 22"/>
                <a:gd name="T10" fmla="*/ 0 w 12"/>
                <a:gd name="T11" fmla="*/ 0 h 22"/>
                <a:gd name="T12" fmla="*/ 3 w 12"/>
                <a:gd name="T13" fmla="*/ 0 h 22"/>
                <a:gd name="T14" fmla="*/ 2 w 12"/>
                <a:gd name="T15" fmla="*/ 15 h 22"/>
                <a:gd name="T16" fmla="*/ 3 w 12"/>
                <a:gd name="T17" fmla="*/ 18 h 22"/>
                <a:gd name="T18" fmla="*/ 6 w 12"/>
                <a:gd name="T19" fmla="*/ 19 h 22"/>
                <a:gd name="T20" fmla="*/ 8 w 12"/>
                <a:gd name="T21" fmla="*/ 18 h 22"/>
                <a:gd name="T22" fmla="*/ 9 w 12"/>
                <a:gd name="T23" fmla="*/ 15 h 22"/>
                <a:gd name="T24" fmla="*/ 10 w 12"/>
                <a:gd name="T25" fmla="*/ 1 h 22"/>
                <a:gd name="T26" fmla="*/ 12 w 12"/>
                <a:gd name="T27" fmla="*/ 1 h 22"/>
                <a:gd name="T28" fmla="*/ 12 w 12"/>
                <a:gd name="T29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2">
                  <a:moveTo>
                    <a:pt x="12" y="15"/>
                  </a:moveTo>
                  <a:cubicBezTo>
                    <a:pt x="12" y="17"/>
                    <a:pt x="11" y="19"/>
                    <a:pt x="10" y="20"/>
                  </a:cubicBezTo>
                  <a:cubicBezTo>
                    <a:pt x="9" y="21"/>
                    <a:pt x="8" y="22"/>
                    <a:pt x="6" y="21"/>
                  </a:cubicBezTo>
                  <a:cubicBezTo>
                    <a:pt x="4" y="21"/>
                    <a:pt x="2" y="21"/>
                    <a:pt x="1" y="20"/>
                  </a:cubicBezTo>
                  <a:cubicBezTo>
                    <a:pt x="0" y="18"/>
                    <a:pt x="0" y="17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3" y="17"/>
                    <a:pt x="3" y="18"/>
                  </a:cubicBezTo>
                  <a:cubicBezTo>
                    <a:pt x="4" y="19"/>
                    <a:pt x="5" y="19"/>
                    <a:pt x="6" y="19"/>
                  </a:cubicBezTo>
                  <a:cubicBezTo>
                    <a:pt x="7" y="19"/>
                    <a:pt x="7" y="19"/>
                    <a:pt x="8" y="18"/>
                  </a:cubicBezTo>
                  <a:cubicBezTo>
                    <a:pt x="9" y="18"/>
                    <a:pt x="9" y="17"/>
                    <a:pt x="9" y="15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2" y="1"/>
                    <a:pt x="12" y="1"/>
                    <a:pt x="12" y="1"/>
                  </a:cubicBezTo>
                  <a:lnTo>
                    <a:pt x="12" y="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 140">
              <a:extLst>
                <a:ext uri="{FF2B5EF4-FFF2-40B4-BE49-F238E27FC236}">
                  <a16:creationId xmlns:a16="http://schemas.microsoft.com/office/drawing/2014/main" id="{AFFA22D2-8D91-74FA-40DD-0AEB4138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400" y="2022196"/>
              <a:ext cx="50800" cy="100013"/>
            </a:xfrm>
            <a:custGeom>
              <a:avLst/>
              <a:gdLst>
                <a:gd name="T0" fmla="*/ 32 w 32"/>
                <a:gd name="T1" fmla="*/ 57 h 63"/>
                <a:gd name="T2" fmla="*/ 27 w 32"/>
                <a:gd name="T3" fmla="*/ 60 h 63"/>
                <a:gd name="T4" fmla="*/ 8 w 32"/>
                <a:gd name="T5" fmla="*/ 22 h 63"/>
                <a:gd name="T6" fmla="*/ 11 w 32"/>
                <a:gd name="T7" fmla="*/ 63 h 63"/>
                <a:gd name="T8" fmla="*/ 3 w 32"/>
                <a:gd name="T9" fmla="*/ 63 h 63"/>
                <a:gd name="T10" fmla="*/ 0 w 32"/>
                <a:gd name="T11" fmla="*/ 6 h 63"/>
                <a:gd name="T12" fmla="*/ 8 w 32"/>
                <a:gd name="T13" fmla="*/ 6 h 63"/>
                <a:gd name="T14" fmla="*/ 24 w 32"/>
                <a:gd name="T15" fmla="*/ 30 h 63"/>
                <a:gd name="T16" fmla="*/ 21 w 32"/>
                <a:gd name="T17" fmla="*/ 3 h 63"/>
                <a:gd name="T18" fmla="*/ 27 w 32"/>
                <a:gd name="T19" fmla="*/ 0 h 63"/>
                <a:gd name="T20" fmla="*/ 32 w 32"/>
                <a:gd name="T21" fmla="*/ 57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" h="63">
                  <a:moveTo>
                    <a:pt x="32" y="57"/>
                  </a:moveTo>
                  <a:lnTo>
                    <a:pt x="27" y="60"/>
                  </a:lnTo>
                  <a:lnTo>
                    <a:pt x="8" y="22"/>
                  </a:lnTo>
                  <a:lnTo>
                    <a:pt x="11" y="63"/>
                  </a:lnTo>
                  <a:lnTo>
                    <a:pt x="3" y="63"/>
                  </a:lnTo>
                  <a:lnTo>
                    <a:pt x="0" y="6"/>
                  </a:lnTo>
                  <a:lnTo>
                    <a:pt x="8" y="6"/>
                  </a:lnTo>
                  <a:lnTo>
                    <a:pt x="24" y="30"/>
                  </a:lnTo>
                  <a:lnTo>
                    <a:pt x="21" y="3"/>
                  </a:lnTo>
                  <a:lnTo>
                    <a:pt x="27" y="0"/>
                  </a:lnTo>
                  <a:lnTo>
                    <a:pt x="32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 141">
              <a:extLst>
                <a:ext uri="{FF2B5EF4-FFF2-40B4-BE49-F238E27FC236}">
                  <a16:creationId xmlns:a16="http://schemas.microsoft.com/office/drawing/2014/main" id="{1898DD6B-FC9D-6D73-1AE8-2372E841C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200" y="2019021"/>
              <a:ext cx="33338" cy="88900"/>
            </a:xfrm>
            <a:custGeom>
              <a:avLst/>
              <a:gdLst>
                <a:gd name="T0" fmla="*/ 21 w 21"/>
                <a:gd name="T1" fmla="*/ 54 h 56"/>
                <a:gd name="T2" fmla="*/ 16 w 21"/>
                <a:gd name="T3" fmla="*/ 56 h 56"/>
                <a:gd name="T4" fmla="*/ 0 w 21"/>
                <a:gd name="T5" fmla="*/ 2 h 56"/>
                <a:gd name="T6" fmla="*/ 8 w 21"/>
                <a:gd name="T7" fmla="*/ 0 h 56"/>
                <a:gd name="T8" fmla="*/ 21 w 21"/>
                <a:gd name="T9" fmla="*/ 5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56">
                  <a:moveTo>
                    <a:pt x="21" y="54"/>
                  </a:moveTo>
                  <a:lnTo>
                    <a:pt x="16" y="56"/>
                  </a:lnTo>
                  <a:lnTo>
                    <a:pt x="0" y="2"/>
                  </a:lnTo>
                  <a:lnTo>
                    <a:pt x="8" y="0"/>
                  </a:lnTo>
                  <a:lnTo>
                    <a:pt x="21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 142">
              <a:extLst>
                <a:ext uri="{FF2B5EF4-FFF2-40B4-BE49-F238E27FC236}">
                  <a16:creationId xmlns:a16="http://schemas.microsoft.com/office/drawing/2014/main" id="{ED51170E-3245-920D-91F1-C36E3FC88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838" y="1996796"/>
              <a:ext cx="60325" cy="98425"/>
            </a:xfrm>
            <a:custGeom>
              <a:avLst/>
              <a:gdLst>
                <a:gd name="T0" fmla="*/ 30 w 38"/>
                <a:gd name="T1" fmla="*/ 0 h 62"/>
                <a:gd name="T2" fmla="*/ 38 w 38"/>
                <a:gd name="T3" fmla="*/ 60 h 62"/>
                <a:gd name="T4" fmla="*/ 30 w 38"/>
                <a:gd name="T5" fmla="*/ 62 h 62"/>
                <a:gd name="T6" fmla="*/ 0 w 38"/>
                <a:gd name="T7" fmla="*/ 11 h 62"/>
                <a:gd name="T8" fmla="*/ 6 w 38"/>
                <a:gd name="T9" fmla="*/ 8 h 62"/>
                <a:gd name="T10" fmla="*/ 27 w 38"/>
                <a:gd name="T11" fmla="*/ 43 h 62"/>
                <a:gd name="T12" fmla="*/ 22 w 38"/>
                <a:gd name="T13" fmla="*/ 3 h 62"/>
                <a:gd name="T14" fmla="*/ 30 w 38"/>
                <a:gd name="T1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62">
                  <a:moveTo>
                    <a:pt x="30" y="0"/>
                  </a:moveTo>
                  <a:lnTo>
                    <a:pt x="38" y="60"/>
                  </a:lnTo>
                  <a:lnTo>
                    <a:pt x="30" y="62"/>
                  </a:lnTo>
                  <a:lnTo>
                    <a:pt x="0" y="11"/>
                  </a:lnTo>
                  <a:lnTo>
                    <a:pt x="6" y="8"/>
                  </a:lnTo>
                  <a:lnTo>
                    <a:pt x="27" y="43"/>
                  </a:lnTo>
                  <a:lnTo>
                    <a:pt x="22" y="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 143">
              <a:extLst>
                <a:ext uri="{FF2B5EF4-FFF2-40B4-BE49-F238E27FC236}">
                  <a16:creationId xmlns:a16="http://schemas.microsoft.com/office/drawing/2014/main" id="{CFCD4208-2C2F-E9CE-632D-7DBFEE279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638" y="1971396"/>
              <a:ext cx="85725" cy="103188"/>
            </a:xfrm>
            <a:custGeom>
              <a:avLst/>
              <a:gdLst>
                <a:gd name="T0" fmla="*/ 54 w 54"/>
                <a:gd name="T1" fmla="*/ 49 h 65"/>
                <a:gd name="T2" fmla="*/ 30 w 54"/>
                <a:gd name="T3" fmla="*/ 65 h 65"/>
                <a:gd name="T4" fmla="*/ 0 w 54"/>
                <a:gd name="T5" fmla="*/ 13 h 65"/>
                <a:gd name="T6" fmla="*/ 24 w 54"/>
                <a:gd name="T7" fmla="*/ 0 h 65"/>
                <a:gd name="T8" fmla="*/ 27 w 54"/>
                <a:gd name="T9" fmla="*/ 5 h 65"/>
                <a:gd name="T10" fmla="*/ 8 w 54"/>
                <a:gd name="T11" fmla="*/ 16 h 65"/>
                <a:gd name="T12" fmla="*/ 19 w 54"/>
                <a:gd name="T13" fmla="*/ 32 h 65"/>
                <a:gd name="T14" fmla="*/ 35 w 54"/>
                <a:gd name="T15" fmla="*/ 22 h 65"/>
                <a:gd name="T16" fmla="*/ 38 w 54"/>
                <a:gd name="T17" fmla="*/ 27 h 65"/>
                <a:gd name="T18" fmla="*/ 22 w 54"/>
                <a:gd name="T19" fmla="*/ 38 h 65"/>
                <a:gd name="T20" fmla="*/ 32 w 54"/>
                <a:gd name="T21" fmla="*/ 54 h 65"/>
                <a:gd name="T22" fmla="*/ 51 w 54"/>
                <a:gd name="T23" fmla="*/ 43 h 65"/>
                <a:gd name="T24" fmla="*/ 54 w 54"/>
                <a:gd name="T25" fmla="*/ 49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" h="65">
                  <a:moveTo>
                    <a:pt x="54" y="49"/>
                  </a:moveTo>
                  <a:lnTo>
                    <a:pt x="30" y="65"/>
                  </a:lnTo>
                  <a:lnTo>
                    <a:pt x="0" y="13"/>
                  </a:lnTo>
                  <a:lnTo>
                    <a:pt x="24" y="0"/>
                  </a:lnTo>
                  <a:lnTo>
                    <a:pt x="27" y="5"/>
                  </a:lnTo>
                  <a:lnTo>
                    <a:pt x="8" y="16"/>
                  </a:lnTo>
                  <a:lnTo>
                    <a:pt x="19" y="32"/>
                  </a:lnTo>
                  <a:lnTo>
                    <a:pt x="35" y="22"/>
                  </a:lnTo>
                  <a:lnTo>
                    <a:pt x="38" y="27"/>
                  </a:lnTo>
                  <a:lnTo>
                    <a:pt x="22" y="38"/>
                  </a:lnTo>
                  <a:lnTo>
                    <a:pt x="32" y="54"/>
                  </a:lnTo>
                  <a:lnTo>
                    <a:pt x="51" y="43"/>
                  </a:lnTo>
                  <a:lnTo>
                    <a:pt x="54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 144">
              <a:extLst>
                <a:ext uri="{FF2B5EF4-FFF2-40B4-BE49-F238E27FC236}">
                  <a16:creationId xmlns:a16="http://schemas.microsoft.com/office/drawing/2014/main" id="{54C394B2-2F84-D9A6-646F-0DF89509F7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0500" y="1949171"/>
              <a:ext cx="93663" cy="95250"/>
            </a:xfrm>
            <a:custGeom>
              <a:avLst/>
              <a:gdLst>
                <a:gd name="T0" fmla="*/ 22 w 22"/>
                <a:gd name="T1" fmla="*/ 15 h 22"/>
                <a:gd name="T2" fmla="*/ 20 w 22"/>
                <a:gd name="T3" fmla="*/ 17 h 22"/>
                <a:gd name="T4" fmla="*/ 12 w 22"/>
                <a:gd name="T5" fmla="*/ 11 h 22"/>
                <a:gd name="T6" fmla="*/ 10 w 22"/>
                <a:gd name="T7" fmla="*/ 13 h 22"/>
                <a:gd name="T8" fmla="*/ 15 w 22"/>
                <a:gd name="T9" fmla="*/ 20 h 22"/>
                <a:gd name="T10" fmla="*/ 13 w 22"/>
                <a:gd name="T11" fmla="*/ 22 h 22"/>
                <a:gd name="T12" fmla="*/ 0 w 22"/>
                <a:gd name="T13" fmla="*/ 4 h 22"/>
                <a:gd name="T14" fmla="*/ 4 w 22"/>
                <a:gd name="T15" fmla="*/ 1 h 22"/>
                <a:gd name="T16" fmla="*/ 9 w 22"/>
                <a:gd name="T17" fmla="*/ 0 h 22"/>
                <a:gd name="T18" fmla="*/ 14 w 22"/>
                <a:gd name="T19" fmla="*/ 6 h 22"/>
                <a:gd name="T20" fmla="*/ 14 w 22"/>
                <a:gd name="T21" fmla="*/ 9 h 22"/>
                <a:gd name="T22" fmla="*/ 22 w 22"/>
                <a:gd name="T23" fmla="*/ 15 h 22"/>
                <a:gd name="T24" fmla="*/ 8 w 22"/>
                <a:gd name="T25" fmla="*/ 3 h 22"/>
                <a:gd name="T26" fmla="*/ 4 w 22"/>
                <a:gd name="T27" fmla="*/ 4 h 22"/>
                <a:gd name="T28" fmla="*/ 8 w 22"/>
                <a:gd name="T29" fmla="*/ 10 h 22"/>
                <a:gd name="T30" fmla="*/ 11 w 22"/>
                <a:gd name="T31" fmla="*/ 7 h 22"/>
                <a:gd name="T32" fmla="*/ 8 w 22"/>
                <a:gd name="T33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22" y="15"/>
                  </a:moveTo>
                  <a:cubicBezTo>
                    <a:pt x="20" y="17"/>
                    <a:pt x="20" y="17"/>
                    <a:pt x="20" y="17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7" y="0"/>
                    <a:pt x="9" y="0"/>
                  </a:cubicBezTo>
                  <a:cubicBezTo>
                    <a:pt x="13" y="0"/>
                    <a:pt x="14" y="3"/>
                    <a:pt x="14" y="6"/>
                  </a:cubicBezTo>
                  <a:cubicBezTo>
                    <a:pt x="14" y="7"/>
                    <a:pt x="14" y="8"/>
                    <a:pt x="14" y="9"/>
                  </a:cubicBezTo>
                  <a:lnTo>
                    <a:pt x="22" y="15"/>
                  </a:lnTo>
                  <a:close/>
                  <a:moveTo>
                    <a:pt x="8" y="3"/>
                  </a:moveTo>
                  <a:cubicBezTo>
                    <a:pt x="6" y="2"/>
                    <a:pt x="5" y="4"/>
                    <a:pt x="4" y="4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0" y="9"/>
                    <a:pt x="10" y="9"/>
                    <a:pt x="11" y="7"/>
                  </a:cubicBezTo>
                  <a:cubicBezTo>
                    <a:pt x="12" y="5"/>
                    <a:pt x="11" y="3"/>
                    <a:pt x="8" y="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 145">
              <a:extLst>
                <a:ext uri="{FF2B5EF4-FFF2-40B4-BE49-F238E27FC236}">
                  <a16:creationId xmlns:a16="http://schemas.microsoft.com/office/drawing/2014/main" id="{3C46967B-2F29-E057-ECD3-E03D80EDE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25" y="1906308"/>
              <a:ext cx="92075" cy="82550"/>
            </a:xfrm>
            <a:custGeom>
              <a:avLst/>
              <a:gdLst>
                <a:gd name="T0" fmla="*/ 18 w 22"/>
                <a:gd name="T1" fmla="*/ 8 h 19"/>
                <a:gd name="T2" fmla="*/ 15 w 22"/>
                <a:gd name="T3" fmla="*/ 19 h 19"/>
                <a:gd name="T4" fmla="*/ 11 w 22"/>
                <a:gd name="T5" fmla="*/ 18 h 19"/>
                <a:gd name="T6" fmla="*/ 12 w 22"/>
                <a:gd name="T7" fmla="*/ 16 h 19"/>
                <a:gd name="T8" fmla="*/ 15 w 22"/>
                <a:gd name="T9" fmla="*/ 17 h 19"/>
                <a:gd name="T10" fmla="*/ 16 w 22"/>
                <a:gd name="T11" fmla="*/ 10 h 19"/>
                <a:gd name="T12" fmla="*/ 13 w 22"/>
                <a:gd name="T13" fmla="*/ 10 h 19"/>
                <a:gd name="T14" fmla="*/ 6 w 22"/>
                <a:gd name="T15" fmla="*/ 12 h 19"/>
                <a:gd name="T16" fmla="*/ 1 w 22"/>
                <a:gd name="T17" fmla="*/ 7 h 19"/>
                <a:gd name="T18" fmla="*/ 2 w 22"/>
                <a:gd name="T19" fmla="*/ 3 h 19"/>
                <a:gd name="T20" fmla="*/ 9 w 22"/>
                <a:gd name="T21" fmla="*/ 2 h 19"/>
                <a:gd name="T22" fmla="*/ 8 w 22"/>
                <a:gd name="T23" fmla="*/ 4 h 19"/>
                <a:gd name="T24" fmla="*/ 4 w 22"/>
                <a:gd name="T25" fmla="*/ 5 h 19"/>
                <a:gd name="T26" fmla="*/ 3 w 22"/>
                <a:gd name="T27" fmla="*/ 7 h 19"/>
                <a:gd name="T28" fmla="*/ 6 w 22"/>
                <a:gd name="T29" fmla="*/ 9 h 19"/>
                <a:gd name="T30" fmla="*/ 14 w 22"/>
                <a:gd name="T31" fmla="*/ 7 h 19"/>
                <a:gd name="T32" fmla="*/ 18 w 22"/>
                <a:gd name="T33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19">
                  <a:moveTo>
                    <a:pt x="18" y="8"/>
                  </a:moveTo>
                  <a:cubicBezTo>
                    <a:pt x="22" y="11"/>
                    <a:pt x="21" y="18"/>
                    <a:pt x="15" y="19"/>
                  </a:cubicBezTo>
                  <a:cubicBezTo>
                    <a:pt x="14" y="19"/>
                    <a:pt x="12" y="19"/>
                    <a:pt x="11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3" y="16"/>
                    <a:pt x="14" y="17"/>
                    <a:pt x="15" y="17"/>
                  </a:cubicBezTo>
                  <a:cubicBezTo>
                    <a:pt x="19" y="16"/>
                    <a:pt x="18" y="12"/>
                    <a:pt x="16" y="10"/>
                  </a:cubicBezTo>
                  <a:cubicBezTo>
                    <a:pt x="15" y="10"/>
                    <a:pt x="14" y="10"/>
                    <a:pt x="13" y="10"/>
                  </a:cubicBezTo>
                  <a:cubicBezTo>
                    <a:pt x="11" y="10"/>
                    <a:pt x="9" y="12"/>
                    <a:pt x="6" y="12"/>
                  </a:cubicBezTo>
                  <a:cubicBezTo>
                    <a:pt x="3" y="12"/>
                    <a:pt x="1" y="10"/>
                    <a:pt x="1" y="7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3" y="0"/>
                    <a:pt x="7" y="0"/>
                    <a:pt x="9" y="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3"/>
                    <a:pt x="4" y="3"/>
                    <a:pt x="4" y="5"/>
                  </a:cubicBezTo>
                  <a:cubicBezTo>
                    <a:pt x="3" y="5"/>
                    <a:pt x="3" y="6"/>
                    <a:pt x="3" y="7"/>
                  </a:cubicBezTo>
                  <a:cubicBezTo>
                    <a:pt x="3" y="9"/>
                    <a:pt x="5" y="10"/>
                    <a:pt x="6" y="9"/>
                  </a:cubicBezTo>
                  <a:cubicBezTo>
                    <a:pt x="9" y="9"/>
                    <a:pt x="11" y="7"/>
                    <a:pt x="14" y="7"/>
                  </a:cubicBezTo>
                  <a:cubicBezTo>
                    <a:pt x="15" y="7"/>
                    <a:pt x="16" y="7"/>
                    <a:pt x="18" y="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 146">
              <a:extLst>
                <a:ext uri="{FF2B5EF4-FFF2-40B4-BE49-F238E27FC236}">
                  <a16:creationId xmlns:a16="http://schemas.microsoft.com/office/drawing/2014/main" id="{EFFB93F4-EC2B-8A21-0F8F-AAE803A0E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6700" y="1880908"/>
              <a:ext cx="85725" cy="55563"/>
            </a:xfrm>
            <a:custGeom>
              <a:avLst/>
              <a:gdLst>
                <a:gd name="T0" fmla="*/ 54 w 54"/>
                <a:gd name="T1" fmla="*/ 30 h 35"/>
                <a:gd name="T2" fmla="*/ 48 w 54"/>
                <a:gd name="T3" fmla="*/ 35 h 35"/>
                <a:gd name="T4" fmla="*/ 0 w 54"/>
                <a:gd name="T5" fmla="*/ 6 h 35"/>
                <a:gd name="T6" fmla="*/ 6 w 54"/>
                <a:gd name="T7" fmla="*/ 0 h 35"/>
                <a:gd name="T8" fmla="*/ 54 w 54"/>
                <a:gd name="T9" fmla="*/ 3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35">
                  <a:moveTo>
                    <a:pt x="54" y="30"/>
                  </a:moveTo>
                  <a:lnTo>
                    <a:pt x="48" y="35"/>
                  </a:lnTo>
                  <a:lnTo>
                    <a:pt x="0" y="6"/>
                  </a:lnTo>
                  <a:lnTo>
                    <a:pt x="6" y="0"/>
                  </a:lnTo>
                  <a:lnTo>
                    <a:pt x="54" y="3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 147">
              <a:extLst>
                <a:ext uri="{FF2B5EF4-FFF2-40B4-BE49-F238E27FC236}">
                  <a16:creationId xmlns:a16="http://schemas.microsoft.com/office/drawing/2014/main" id="{CACE7534-912E-C7F2-32E1-2E3AA3A0A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400" y="1825346"/>
              <a:ext cx="98425" cy="73025"/>
            </a:xfrm>
            <a:custGeom>
              <a:avLst/>
              <a:gdLst>
                <a:gd name="T0" fmla="*/ 22 w 62"/>
                <a:gd name="T1" fmla="*/ 3 h 46"/>
                <a:gd name="T2" fmla="*/ 16 w 62"/>
                <a:gd name="T3" fmla="*/ 14 h 46"/>
                <a:gd name="T4" fmla="*/ 62 w 62"/>
                <a:gd name="T5" fmla="*/ 41 h 46"/>
                <a:gd name="T6" fmla="*/ 59 w 62"/>
                <a:gd name="T7" fmla="*/ 46 h 46"/>
                <a:gd name="T8" fmla="*/ 14 w 62"/>
                <a:gd name="T9" fmla="*/ 19 h 46"/>
                <a:gd name="T10" fmla="*/ 8 w 62"/>
                <a:gd name="T11" fmla="*/ 30 h 46"/>
                <a:gd name="T12" fmla="*/ 0 w 62"/>
                <a:gd name="T13" fmla="*/ 27 h 46"/>
                <a:gd name="T14" fmla="*/ 16 w 62"/>
                <a:gd name="T15" fmla="*/ 0 h 46"/>
                <a:gd name="T16" fmla="*/ 22 w 62"/>
                <a:gd name="T17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2" h="46">
                  <a:moveTo>
                    <a:pt x="22" y="3"/>
                  </a:moveTo>
                  <a:lnTo>
                    <a:pt x="16" y="14"/>
                  </a:lnTo>
                  <a:lnTo>
                    <a:pt x="62" y="41"/>
                  </a:lnTo>
                  <a:lnTo>
                    <a:pt x="59" y="46"/>
                  </a:lnTo>
                  <a:lnTo>
                    <a:pt x="14" y="19"/>
                  </a:lnTo>
                  <a:lnTo>
                    <a:pt x="8" y="30"/>
                  </a:lnTo>
                  <a:lnTo>
                    <a:pt x="0" y="27"/>
                  </a:lnTo>
                  <a:lnTo>
                    <a:pt x="16" y="0"/>
                  </a:lnTo>
                  <a:lnTo>
                    <a:pt x="22" y="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Freeform 148">
              <a:extLst>
                <a:ext uri="{FF2B5EF4-FFF2-40B4-BE49-F238E27FC236}">
                  <a16:creationId xmlns:a16="http://schemas.microsoft.com/office/drawing/2014/main" id="{76844971-2F3D-A0B7-7FF9-7122C044E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800" y="1769783"/>
              <a:ext cx="93663" cy="63500"/>
            </a:xfrm>
            <a:custGeom>
              <a:avLst/>
              <a:gdLst>
                <a:gd name="T0" fmla="*/ 14 w 59"/>
                <a:gd name="T1" fmla="*/ 0 h 40"/>
                <a:gd name="T2" fmla="*/ 40 w 59"/>
                <a:gd name="T3" fmla="*/ 24 h 40"/>
                <a:gd name="T4" fmla="*/ 59 w 59"/>
                <a:gd name="T5" fmla="*/ 32 h 40"/>
                <a:gd name="T6" fmla="*/ 59 w 59"/>
                <a:gd name="T7" fmla="*/ 40 h 40"/>
                <a:gd name="T8" fmla="*/ 40 w 59"/>
                <a:gd name="T9" fmla="*/ 32 h 40"/>
                <a:gd name="T10" fmla="*/ 0 w 59"/>
                <a:gd name="T11" fmla="*/ 32 h 40"/>
                <a:gd name="T12" fmla="*/ 3 w 59"/>
                <a:gd name="T13" fmla="*/ 24 h 40"/>
                <a:gd name="T14" fmla="*/ 30 w 59"/>
                <a:gd name="T15" fmla="*/ 27 h 40"/>
                <a:gd name="T16" fmla="*/ 11 w 59"/>
                <a:gd name="T17" fmla="*/ 8 h 40"/>
                <a:gd name="T18" fmla="*/ 14 w 59"/>
                <a:gd name="T1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9" h="40">
                  <a:moveTo>
                    <a:pt x="14" y="0"/>
                  </a:moveTo>
                  <a:lnTo>
                    <a:pt x="40" y="24"/>
                  </a:lnTo>
                  <a:lnTo>
                    <a:pt x="59" y="32"/>
                  </a:lnTo>
                  <a:lnTo>
                    <a:pt x="59" y="40"/>
                  </a:lnTo>
                  <a:lnTo>
                    <a:pt x="40" y="32"/>
                  </a:lnTo>
                  <a:lnTo>
                    <a:pt x="0" y="32"/>
                  </a:lnTo>
                  <a:lnTo>
                    <a:pt x="3" y="24"/>
                  </a:lnTo>
                  <a:lnTo>
                    <a:pt x="30" y="27"/>
                  </a:lnTo>
                  <a:lnTo>
                    <a:pt x="11" y="8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7" name="Freeform 149">
              <a:extLst>
                <a:ext uri="{FF2B5EF4-FFF2-40B4-BE49-F238E27FC236}">
                  <a16:creationId xmlns:a16="http://schemas.microsoft.com/office/drawing/2014/main" id="{CDAB386F-2EDD-21A4-AEDB-A0D0C1374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5038" y="1941233"/>
              <a:ext cx="92075" cy="68263"/>
            </a:xfrm>
            <a:custGeom>
              <a:avLst/>
              <a:gdLst>
                <a:gd name="T0" fmla="*/ 12 w 22"/>
                <a:gd name="T1" fmla="*/ 13 h 16"/>
                <a:gd name="T2" fmla="*/ 7 w 22"/>
                <a:gd name="T3" fmla="*/ 15 h 16"/>
                <a:gd name="T4" fmla="*/ 2 w 22"/>
                <a:gd name="T5" fmla="*/ 14 h 16"/>
                <a:gd name="T6" fmla="*/ 0 w 22"/>
                <a:gd name="T7" fmla="*/ 9 h 16"/>
                <a:gd name="T8" fmla="*/ 1 w 22"/>
                <a:gd name="T9" fmla="*/ 7 h 16"/>
                <a:gd name="T10" fmla="*/ 3 w 22"/>
                <a:gd name="T11" fmla="*/ 8 h 16"/>
                <a:gd name="T12" fmla="*/ 3 w 22"/>
                <a:gd name="T13" fmla="*/ 9 h 16"/>
                <a:gd name="T14" fmla="*/ 4 w 22"/>
                <a:gd name="T15" fmla="*/ 12 h 16"/>
                <a:gd name="T16" fmla="*/ 6 w 22"/>
                <a:gd name="T17" fmla="*/ 13 h 16"/>
                <a:gd name="T18" fmla="*/ 10 w 22"/>
                <a:gd name="T19" fmla="*/ 11 h 16"/>
                <a:gd name="T20" fmla="*/ 20 w 22"/>
                <a:gd name="T21" fmla="*/ 0 h 16"/>
                <a:gd name="T22" fmla="*/ 22 w 22"/>
                <a:gd name="T23" fmla="*/ 2 h 16"/>
                <a:gd name="T24" fmla="*/ 12 w 22"/>
                <a:gd name="T25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6">
                  <a:moveTo>
                    <a:pt x="12" y="13"/>
                  </a:moveTo>
                  <a:cubicBezTo>
                    <a:pt x="10" y="14"/>
                    <a:pt x="8" y="15"/>
                    <a:pt x="7" y="15"/>
                  </a:cubicBezTo>
                  <a:cubicBezTo>
                    <a:pt x="5" y="16"/>
                    <a:pt x="3" y="15"/>
                    <a:pt x="2" y="14"/>
                  </a:cubicBezTo>
                  <a:cubicBezTo>
                    <a:pt x="1" y="12"/>
                    <a:pt x="0" y="11"/>
                    <a:pt x="0" y="9"/>
                  </a:cubicBezTo>
                  <a:cubicBezTo>
                    <a:pt x="0" y="8"/>
                    <a:pt x="1" y="8"/>
                    <a:pt x="1" y="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10"/>
                    <a:pt x="3" y="11"/>
                    <a:pt x="4" y="12"/>
                  </a:cubicBezTo>
                  <a:cubicBezTo>
                    <a:pt x="5" y="12"/>
                    <a:pt x="6" y="13"/>
                    <a:pt x="6" y="13"/>
                  </a:cubicBezTo>
                  <a:cubicBezTo>
                    <a:pt x="7" y="13"/>
                    <a:pt x="8" y="12"/>
                    <a:pt x="10" y="11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2" y="2"/>
                    <a:pt x="22" y="2"/>
                    <a:pt x="22" y="2"/>
                  </a:cubicBezTo>
                  <a:lnTo>
                    <a:pt x="12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8" name="Freeform 150">
              <a:extLst>
                <a:ext uri="{FF2B5EF4-FFF2-40B4-BE49-F238E27FC236}">
                  <a16:creationId xmlns:a16="http://schemas.microsoft.com/office/drawing/2014/main" id="{533F8F87-CF8A-07F1-5965-5DF1FCB490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44900" y="1911071"/>
              <a:ext cx="287338" cy="90488"/>
            </a:xfrm>
            <a:custGeom>
              <a:avLst/>
              <a:gdLst>
                <a:gd name="T0" fmla="*/ 0 w 68"/>
                <a:gd name="T1" fmla="*/ 11 h 21"/>
                <a:gd name="T2" fmla="*/ 4 w 68"/>
                <a:gd name="T3" fmla="*/ 12 h 21"/>
                <a:gd name="T4" fmla="*/ 5 w 68"/>
                <a:gd name="T5" fmla="*/ 3 h 21"/>
                <a:gd name="T6" fmla="*/ 8 w 68"/>
                <a:gd name="T7" fmla="*/ 3 h 21"/>
                <a:gd name="T8" fmla="*/ 11 w 68"/>
                <a:gd name="T9" fmla="*/ 3 h 21"/>
                <a:gd name="T10" fmla="*/ 8 w 68"/>
                <a:gd name="T11" fmla="*/ 15 h 21"/>
                <a:gd name="T12" fmla="*/ 30 w 68"/>
                <a:gd name="T13" fmla="*/ 11 h 21"/>
                <a:gd name="T14" fmla="*/ 27 w 68"/>
                <a:gd name="T15" fmla="*/ 9 h 21"/>
                <a:gd name="T16" fmla="*/ 23 w 68"/>
                <a:gd name="T17" fmla="*/ 10 h 21"/>
                <a:gd name="T18" fmla="*/ 24 w 68"/>
                <a:gd name="T19" fmla="*/ 12 h 21"/>
                <a:gd name="T20" fmla="*/ 27 w 68"/>
                <a:gd name="T21" fmla="*/ 14 h 21"/>
                <a:gd name="T22" fmla="*/ 30 w 68"/>
                <a:gd name="T23" fmla="*/ 11 h 21"/>
                <a:gd name="T24" fmla="*/ 28 w 68"/>
                <a:gd name="T25" fmla="*/ 17 h 21"/>
                <a:gd name="T26" fmla="*/ 26 w 68"/>
                <a:gd name="T27" fmla="*/ 15 h 21"/>
                <a:gd name="T28" fmla="*/ 22 w 68"/>
                <a:gd name="T29" fmla="*/ 15 h 21"/>
                <a:gd name="T30" fmla="*/ 22 w 68"/>
                <a:gd name="T31" fmla="*/ 19 h 21"/>
                <a:gd name="T32" fmla="*/ 27 w 68"/>
                <a:gd name="T33" fmla="*/ 20 h 21"/>
                <a:gd name="T34" fmla="*/ 24 w 68"/>
                <a:gd name="T35" fmla="*/ 21 h 21"/>
                <a:gd name="T36" fmla="*/ 19 w 68"/>
                <a:gd name="T37" fmla="*/ 19 h 21"/>
                <a:gd name="T38" fmla="*/ 18 w 68"/>
                <a:gd name="T39" fmla="*/ 16 h 21"/>
                <a:gd name="T40" fmla="*/ 22 w 68"/>
                <a:gd name="T41" fmla="*/ 13 h 21"/>
                <a:gd name="T42" fmla="*/ 20 w 68"/>
                <a:gd name="T43" fmla="*/ 12 h 21"/>
                <a:gd name="T44" fmla="*/ 22 w 68"/>
                <a:gd name="T45" fmla="*/ 8 h 21"/>
                <a:gd name="T46" fmla="*/ 31 w 68"/>
                <a:gd name="T47" fmla="*/ 9 h 21"/>
                <a:gd name="T48" fmla="*/ 31 w 68"/>
                <a:gd name="T49" fmla="*/ 13 h 21"/>
                <a:gd name="T50" fmla="*/ 29 w 68"/>
                <a:gd name="T51" fmla="*/ 14 h 21"/>
                <a:gd name="T52" fmla="*/ 31 w 68"/>
                <a:gd name="T53" fmla="*/ 18 h 21"/>
                <a:gd name="T54" fmla="*/ 24 w 68"/>
                <a:gd name="T55" fmla="*/ 21 h 21"/>
                <a:gd name="T56" fmla="*/ 49 w 68"/>
                <a:gd name="T57" fmla="*/ 11 h 21"/>
                <a:gd name="T58" fmla="*/ 47 w 68"/>
                <a:gd name="T59" fmla="*/ 9 h 21"/>
                <a:gd name="T60" fmla="*/ 43 w 68"/>
                <a:gd name="T61" fmla="*/ 10 h 21"/>
                <a:gd name="T62" fmla="*/ 42 w 68"/>
                <a:gd name="T63" fmla="*/ 13 h 21"/>
                <a:gd name="T64" fmla="*/ 45 w 68"/>
                <a:gd name="T65" fmla="*/ 15 h 21"/>
                <a:gd name="T66" fmla="*/ 48 w 68"/>
                <a:gd name="T67" fmla="*/ 14 h 21"/>
                <a:gd name="T68" fmla="*/ 50 w 68"/>
                <a:gd name="T69" fmla="*/ 14 h 21"/>
                <a:gd name="T70" fmla="*/ 39 w 68"/>
                <a:gd name="T71" fmla="*/ 12 h 21"/>
                <a:gd name="T72" fmla="*/ 41 w 68"/>
                <a:gd name="T73" fmla="*/ 9 h 21"/>
                <a:gd name="T74" fmla="*/ 46 w 68"/>
                <a:gd name="T75" fmla="*/ 7 h 21"/>
                <a:gd name="T76" fmla="*/ 50 w 68"/>
                <a:gd name="T77" fmla="*/ 9 h 21"/>
                <a:gd name="T78" fmla="*/ 52 w 68"/>
                <a:gd name="T79" fmla="*/ 13 h 21"/>
                <a:gd name="T80" fmla="*/ 50 w 68"/>
                <a:gd name="T81" fmla="*/ 19 h 21"/>
                <a:gd name="T82" fmla="*/ 43 w 68"/>
                <a:gd name="T83" fmla="*/ 21 h 21"/>
                <a:gd name="T84" fmla="*/ 41 w 68"/>
                <a:gd name="T85" fmla="*/ 21 h 21"/>
                <a:gd name="T86" fmla="*/ 41 w 68"/>
                <a:gd name="T87" fmla="*/ 19 h 21"/>
                <a:gd name="T88" fmla="*/ 44 w 68"/>
                <a:gd name="T89" fmla="*/ 20 h 21"/>
                <a:gd name="T90" fmla="*/ 50 w 68"/>
                <a:gd name="T91" fmla="*/ 15 h 21"/>
                <a:gd name="T92" fmla="*/ 45 w 68"/>
                <a:gd name="T93" fmla="*/ 16 h 21"/>
                <a:gd name="T94" fmla="*/ 42 w 68"/>
                <a:gd name="T95" fmla="*/ 15 h 21"/>
                <a:gd name="T96" fmla="*/ 39 w 68"/>
                <a:gd name="T97" fmla="*/ 12 h 21"/>
                <a:gd name="T98" fmla="*/ 68 w 68"/>
                <a:gd name="T99" fmla="*/ 14 h 21"/>
                <a:gd name="T100" fmla="*/ 66 w 68"/>
                <a:gd name="T101" fmla="*/ 3 h 21"/>
                <a:gd name="T102" fmla="*/ 57 w 68"/>
                <a:gd name="T103" fmla="*/ 5 h 21"/>
                <a:gd name="T104" fmla="*/ 68 w 68"/>
                <a:gd name="T105" fmla="*/ 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8" h="21">
                  <a:moveTo>
                    <a:pt x="8" y="16"/>
                  </a:move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7" y="2"/>
                    <a:pt x="8" y="3"/>
                    <a:pt x="8" y="3"/>
                  </a:cubicBezTo>
                  <a:cubicBezTo>
                    <a:pt x="9" y="3"/>
                    <a:pt x="9" y="2"/>
                    <a:pt x="10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8" y="15"/>
                    <a:pt x="8" y="15"/>
                    <a:pt x="8" y="15"/>
                  </a:cubicBezTo>
                  <a:lnTo>
                    <a:pt x="8" y="16"/>
                  </a:lnTo>
                  <a:close/>
                  <a:moveTo>
                    <a:pt x="30" y="11"/>
                  </a:moveTo>
                  <a:cubicBezTo>
                    <a:pt x="30" y="11"/>
                    <a:pt x="29" y="10"/>
                    <a:pt x="29" y="10"/>
                  </a:cubicBezTo>
                  <a:cubicBezTo>
                    <a:pt x="28" y="9"/>
                    <a:pt x="28" y="9"/>
                    <a:pt x="27" y="9"/>
                  </a:cubicBezTo>
                  <a:cubicBezTo>
                    <a:pt x="26" y="9"/>
                    <a:pt x="25" y="9"/>
                    <a:pt x="24" y="9"/>
                  </a:cubicBezTo>
                  <a:cubicBezTo>
                    <a:pt x="23" y="9"/>
                    <a:pt x="23" y="10"/>
                    <a:pt x="23" y="10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2"/>
                    <a:pt x="24" y="12"/>
                    <a:pt x="24" y="12"/>
                  </a:cubicBezTo>
                  <a:cubicBezTo>
                    <a:pt x="25" y="13"/>
                    <a:pt x="25" y="13"/>
                    <a:pt x="26" y="13"/>
                  </a:cubicBezTo>
                  <a:cubicBezTo>
                    <a:pt x="26" y="13"/>
                    <a:pt x="27" y="13"/>
                    <a:pt x="27" y="14"/>
                  </a:cubicBezTo>
                  <a:cubicBezTo>
                    <a:pt x="28" y="13"/>
                    <a:pt x="28" y="13"/>
                    <a:pt x="29" y="13"/>
                  </a:cubicBezTo>
                  <a:cubicBezTo>
                    <a:pt x="29" y="12"/>
                    <a:pt x="29" y="12"/>
                    <a:pt x="30" y="11"/>
                  </a:cubicBezTo>
                  <a:moveTo>
                    <a:pt x="29" y="18"/>
                  </a:moveTo>
                  <a:cubicBezTo>
                    <a:pt x="29" y="17"/>
                    <a:pt x="29" y="17"/>
                    <a:pt x="28" y="17"/>
                  </a:cubicBezTo>
                  <a:cubicBezTo>
                    <a:pt x="28" y="16"/>
                    <a:pt x="28" y="16"/>
                    <a:pt x="27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5" y="15"/>
                    <a:pt x="24" y="14"/>
                    <a:pt x="24" y="14"/>
                  </a:cubicBezTo>
                  <a:cubicBezTo>
                    <a:pt x="23" y="14"/>
                    <a:pt x="22" y="15"/>
                    <a:pt x="22" y="15"/>
                  </a:cubicBezTo>
                  <a:cubicBezTo>
                    <a:pt x="21" y="15"/>
                    <a:pt x="21" y="16"/>
                    <a:pt x="21" y="17"/>
                  </a:cubicBezTo>
                  <a:cubicBezTo>
                    <a:pt x="21" y="17"/>
                    <a:pt x="21" y="18"/>
                    <a:pt x="22" y="19"/>
                  </a:cubicBezTo>
                  <a:cubicBezTo>
                    <a:pt x="22" y="19"/>
                    <a:pt x="23" y="20"/>
                    <a:pt x="24" y="20"/>
                  </a:cubicBezTo>
                  <a:cubicBezTo>
                    <a:pt x="25" y="20"/>
                    <a:pt x="26" y="20"/>
                    <a:pt x="27" y="20"/>
                  </a:cubicBezTo>
                  <a:cubicBezTo>
                    <a:pt x="28" y="19"/>
                    <a:pt x="28" y="19"/>
                    <a:pt x="29" y="18"/>
                  </a:cubicBezTo>
                  <a:moveTo>
                    <a:pt x="24" y="21"/>
                  </a:moveTo>
                  <a:cubicBezTo>
                    <a:pt x="23" y="21"/>
                    <a:pt x="22" y="21"/>
                    <a:pt x="21" y="20"/>
                  </a:cubicBezTo>
                  <a:cubicBezTo>
                    <a:pt x="21" y="20"/>
                    <a:pt x="20" y="20"/>
                    <a:pt x="19" y="19"/>
                  </a:cubicBezTo>
                  <a:cubicBezTo>
                    <a:pt x="19" y="19"/>
                    <a:pt x="19" y="18"/>
                    <a:pt x="18" y="18"/>
                  </a:cubicBezTo>
                  <a:cubicBezTo>
                    <a:pt x="18" y="17"/>
                    <a:pt x="18" y="17"/>
                    <a:pt x="18" y="16"/>
                  </a:cubicBezTo>
                  <a:cubicBezTo>
                    <a:pt x="18" y="16"/>
                    <a:pt x="19" y="15"/>
                    <a:pt x="20" y="14"/>
                  </a:cubicBezTo>
                  <a:cubicBezTo>
                    <a:pt x="20" y="14"/>
                    <a:pt x="21" y="14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1" y="13"/>
                    <a:pt x="21" y="12"/>
                    <a:pt x="20" y="12"/>
                  </a:cubicBezTo>
                  <a:cubicBezTo>
                    <a:pt x="20" y="11"/>
                    <a:pt x="20" y="11"/>
                    <a:pt x="20" y="10"/>
                  </a:cubicBezTo>
                  <a:cubicBezTo>
                    <a:pt x="20" y="9"/>
                    <a:pt x="21" y="8"/>
                    <a:pt x="22" y="8"/>
                  </a:cubicBezTo>
                  <a:cubicBezTo>
                    <a:pt x="24" y="7"/>
                    <a:pt x="25" y="7"/>
                    <a:pt x="27" y="7"/>
                  </a:cubicBezTo>
                  <a:cubicBezTo>
                    <a:pt x="29" y="8"/>
                    <a:pt x="30" y="8"/>
                    <a:pt x="31" y="9"/>
                  </a:cubicBezTo>
                  <a:cubicBezTo>
                    <a:pt x="32" y="10"/>
                    <a:pt x="32" y="11"/>
                    <a:pt x="32" y="12"/>
                  </a:cubicBezTo>
                  <a:cubicBezTo>
                    <a:pt x="32" y="12"/>
                    <a:pt x="32" y="13"/>
                    <a:pt x="31" y="13"/>
                  </a:cubicBezTo>
                  <a:cubicBezTo>
                    <a:pt x="30" y="14"/>
                    <a:pt x="30" y="14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30" y="15"/>
                    <a:pt x="30" y="15"/>
                    <a:pt x="31" y="16"/>
                  </a:cubicBezTo>
                  <a:cubicBezTo>
                    <a:pt x="31" y="17"/>
                    <a:pt x="32" y="17"/>
                    <a:pt x="31" y="18"/>
                  </a:cubicBezTo>
                  <a:cubicBezTo>
                    <a:pt x="31" y="19"/>
                    <a:pt x="30" y="20"/>
                    <a:pt x="29" y="21"/>
                  </a:cubicBezTo>
                  <a:cubicBezTo>
                    <a:pt x="28" y="21"/>
                    <a:pt x="26" y="21"/>
                    <a:pt x="24" y="21"/>
                  </a:cubicBezTo>
                  <a:moveTo>
                    <a:pt x="50" y="13"/>
                  </a:moveTo>
                  <a:cubicBezTo>
                    <a:pt x="50" y="12"/>
                    <a:pt x="49" y="11"/>
                    <a:pt x="49" y="11"/>
                  </a:cubicBezTo>
                  <a:cubicBezTo>
                    <a:pt x="49" y="10"/>
                    <a:pt x="49" y="10"/>
                    <a:pt x="48" y="10"/>
                  </a:cubicBezTo>
                  <a:cubicBezTo>
                    <a:pt x="48" y="9"/>
                    <a:pt x="47" y="9"/>
                    <a:pt x="47" y="9"/>
                  </a:cubicBezTo>
                  <a:cubicBezTo>
                    <a:pt x="47" y="9"/>
                    <a:pt x="46" y="9"/>
                    <a:pt x="46" y="9"/>
                  </a:cubicBezTo>
                  <a:cubicBezTo>
                    <a:pt x="45" y="9"/>
                    <a:pt x="44" y="9"/>
                    <a:pt x="43" y="10"/>
                  </a:cubicBezTo>
                  <a:cubicBezTo>
                    <a:pt x="42" y="10"/>
                    <a:pt x="42" y="11"/>
                    <a:pt x="42" y="12"/>
                  </a:cubicBezTo>
                  <a:cubicBezTo>
                    <a:pt x="42" y="12"/>
                    <a:pt x="42" y="13"/>
                    <a:pt x="42" y="13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5" y="15"/>
                  </a:cubicBezTo>
                  <a:cubicBezTo>
                    <a:pt x="45" y="15"/>
                    <a:pt x="45" y="15"/>
                    <a:pt x="46" y="15"/>
                  </a:cubicBezTo>
                  <a:cubicBezTo>
                    <a:pt x="47" y="15"/>
                    <a:pt x="47" y="15"/>
                    <a:pt x="48" y="14"/>
                  </a:cubicBezTo>
                  <a:cubicBezTo>
                    <a:pt x="48" y="14"/>
                    <a:pt x="49" y="14"/>
                    <a:pt x="50" y="14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50" y="13"/>
                    <a:pt x="50" y="13"/>
                    <a:pt x="50" y="13"/>
                  </a:cubicBezTo>
                  <a:moveTo>
                    <a:pt x="39" y="12"/>
                  </a:moveTo>
                  <a:cubicBezTo>
                    <a:pt x="39" y="11"/>
                    <a:pt x="40" y="11"/>
                    <a:pt x="40" y="10"/>
                  </a:cubicBezTo>
                  <a:cubicBezTo>
                    <a:pt x="40" y="9"/>
                    <a:pt x="41" y="9"/>
                    <a:pt x="41" y="9"/>
                  </a:cubicBezTo>
                  <a:cubicBezTo>
                    <a:pt x="42" y="8"/>
                    <a:pt x="42" y="8"/>
                    <a:pt x="43" y="8"/>
                  </a:cubicBezTo>
                  <a:cubicBezTo>
                    <a:pt x="44" y="7"/>
                    <a:pt x="45" y="7"/>
                    <a:pt x="46" y="7"/>
                  </a:cubicBezTo>
                  <a:cubicBezTo>
                    <a:pt x="47" y="7"/>
                    <a:pt x="47" y="7"/>
                    <a:pt x="48" y="8"/>
                  </a:cubicBezTo>
                  <a:cubicBezTo>
                    <a:pt x="49" y="8"/>
                    <a:pt x="50" y="8"/>
                    <a:pt x="50" y="9"/>
                  </a:cubicBezTo>
                  <a:cubicBezTo>
                    <a:pt x="51" y="9"/>
                    <a:pt x="51" y="10"/>
                    <a:pt x="52" y="10"/>
                  </a:cubicBezTo>
                  <a:cubicBezTo>
                    <a:pt x="52" y="11"/>
                    <a:pt x="52" y="12"/>
                    <a:pt x="52" y="13"/>
                  </a:cubicBezTo>
                  <a:cubicBezTo>
                    <a:pt x="52" y="15"/>
                    <a:pt x="52" y="16"/>
                    <a:pt x="52" y="17"/>
                  </a:cubicBezTo>
                  <a:cubicBezTo>
                    <a:pt x="51" y="18"/>
                    <a:pt x="51" y="18"/>
                    <a:pt x="50" y="19"/>
                  </a:cubicBezTo>
                  <a:cubicBezTo>
                    <a:pt x="49" y="20"/>
                    <a:pt x="48" y="20"/>
                    <a:pt x="47" y="21"/>
                  </a:cubicBezTo>
                  <a:cubicBezTo>
                    <a:pt x="46" y="21"/>
                    <a:pt x="45" y="21"/>
                    <a:pt x="43" y="21"/>
                  </a:cubicBezTo>
                  <a:cubicBezTo>
                    <a:pt x="43" y="21"/>
                    <a:pt x="43" y="21"/>
                    <a:pt x="42" y="21"/>
                  </a:cubicBezTo>
                  <a:cubicBezTo>
                    <a:pt x="42" y="21"/>
                    <a:pt x="41" y="21"/>
                    <a:pt x="41" y="21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1" y="19"/>
                    <a:pt x="42" y="19"/>
                    <a:pt x="42" y="19"/>
                  </a:cubicBezTo>
                  <a:cubicBezTo>
                    <a:pt x="43" y="20"/>
                    <a:pt x="43" y="20"/>
                    <a:pt x="44" y="20"/>
                  </a:cubicBezTo>
                  <a:cubicBezTo>
                    <a:pt x="45" y="20"/>
                    <a:pt x="47" y="19"/>
                    <a:pt x="48" y="18"/>
                  </a:cubicBezTo>
                  <a:cubicBezTo>
                    <a:pt x="49" y="18"/>
                    <a:pt x="49" y="17"/>
                    <a:pt x="50" y="15"/>
                  </a:cubicBezTo>
                  <a:cubicBezTo>
                    <a:pt x="49" y="15"/>
                    <a:pt x="48" y="16"/>
                    <a:pt x="47" y="16"/>
                  </a:cubicBezTo>
                  <a:cubicBezTo>
                    <a:pt x="47" y="16"/>
                    <a:pt x="46" y="16"/>
                    <a:pt x="45" y="16"/>
                  </a:cubicBezTo>
                  <a:cubicBezTo>
                    <a:pt x="45" y="16"/>
                    <a:pt x="44" y="16"/>
                    <a:pt x="43" y="16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1" y="15"/>
                    <a:pt x="40" y="14"/>
                    <a:pt x="40" y="14"/>
                  </a:cubicBezTo>
                  <a:cubicBezTo>
                    <a:pt x="40" y="13"/>
                    <a:pt x="39" y="13"/>
                    <a:pt x="39" y="12"/>
                  </a:cubicBezTo>
                  <a:moveTo>
                    <a:pt x="68" y="1"/>
                  </a:moveTo>
                  <a:cubicBezTo>
                    <a:pt x="68" y="14"/>
                    <a:pt x="68" y="14"/>
                    <a:pt x="68" y="14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7" y="5"/>
                    <a:pt x="57" y="5"/>
                    <a:pt x="57" y="5"/>
                  </a:cubicBezTo>
                  <a:cubicBezTo>
                    <a:pt x="67" y="0"/>
                    <a:pt x="67" y="0"/>
                    <a:pt x="67" y="0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9" name="Freeform 151">
              <a:extLst>
                <a:ext uri="{FF2B5EF4-FFF2-40B4-BE49-F238E27FC236}">
                  <a16:creationId xmlns:a16="http://schemas.microsoft.com/office/drawing/2014/main" id="{EAA1F72B-E437-A714-BF4F-AD6C5267C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763" y="1404658"/>
              <a:ext cx="33338" cy="42863"/>
            </a:xfrm>
            <a:custGeom>
              <a:avLst/>
              <a:gdLst>
                <a:gd name="T0" fmla="*/ 2 w 8"/>
                <a:gd name="T1" fmla="*/ 9 h 10"/>
                <a:gd name="T2" fmla="*/ 1 w 8"/>
                <a:gd name="T3" fmla="*/ 6 h 10"/>
                <a:gd name="T4" fmla="*/ 1 w 8"/>
                <a:gd name="T5" fmla="*/ 3 h 10"/>
                <a:gd name="T6" fmla="*/ 7 w 8"/>
                <a:gd name="T7" fmla="*/ 2 h 10"/>
                <a:gd name="T8" fmla="*/ 7 w 8"/>
                <a:gd name="T9" fmla="*/ 4 h 10"/>
                <a:gd name="T10" fmla="*/ 7 w 8"/>
                <a:gd name="T11" fmla="*/ 9 h 10"/>
                <a:gd name="T12" fmla="*/ 2 w 8"/>
                <a:gd name="T13" fmla="*/ 9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0">
                  <a:moveTo>
                    <a:pt x="2" y="9"/>
                  </a:moveTo>
                  <a:cubicBezTo>
                    <a:pt x="0" y="8"/>
                    <a:pt x="1" y="8"/>
                    <a:pt x="1" y="6"/>
                  </a:cubicBezTo>
                  <a:cubicBezTo>
                    <a:pt x="1" y="5"/>
                    <a:pt x="1" y="3"/>
                    <a:pt x="1" y="3"/>
                  </a:cubicBezTo>
                  <a:cubicBezTo>
                    <a:pt x="2" y="0"/>
                    <a:pt x="5" y="1"/>
                    <a:pt x="7" y="2"/>
                  </a:cubicBezTo>
                  <a:cubicBezTo>
                    <a:pt x="7" y="3"/>
                    <a:pt x="7" y="3"/>
                    <a:pt x="7" y="4"/>
                  </a:cubicBezTo>
                  <a:cubicBezTo>
                    <a:pt x="8" y="5"/>
                    <a:pt x="8" y="8"/>
                    <a:pt x="7" y="9"/>
                  </a:cubicBezTo>
                  <a:cubicBezTo>
                    <a:pt x="5" y="9"/>
                    <a:pt x="3" y="10"/>
                    <a:pt x="2" y="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 152">
              <a:extLst>
                <a:ext uri="{FF2B5EF4-FFF2-40B4-BE49-F238E27FC236}">
                  <a16:creationId xmlns:a16="http://schemas.microsoft.com/office/drawing/2014/main" id="{F675AFB8-6065-FDF2-2A22-ADA23D7A8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0" y="1293533"/>
              <a:ext cx="134938" cy="115888"/>
            </a:xfrm>
            <a:custGeom>
              <a:avLst/>
              <a:gdLst>
                <a:gd name="T0" fmla="*/ 5 w 32"/>
                <a:gd name="T1" fmla="*/ 27 h 27"/>
                <a:gd name="T2" fmla="*/ 5 w 32"/>
                <a:gd name="T3" fmla="*/ 27 h 27"/>
                <a:gd name="T4" fmla="*/ 5 w 32"/>
                <a:gd name="T5" fmla="*/ 26 h 27"/>
                <a:gd name="T6" fmla="*/ 11 w 32"/>
                <a:gd name="T7" fmla="*/ 24 h 27"/>
                <a:gd name="T8" fmla="*/ 15 w 32"/>
                <a:gd name="T9" fmla="*/ 21 h 27"/>
                <a:gd name="T10" fmla="*/ 5 w 32"/>
                <a:gd name="T11" fmla="*/ 22 h 27"/>
                <a:gd name="T12" fmla="*/ 1 w 32"/>
                <a:gd name="T13" fmla="*/ 20 h 27"/>
                <a:gd name="T14" fmla="*/ 1 w 32"/>
                <a:gd name="T15" fmla="*/ 19 h 27"/>
                <a:gd name="T16" fmla="*/ 2 w 32"/>
                <a:gd name="T17" fmla="*/ 16 h 27"/>
                <a:gd name="T18" fmla="*/ 15 w 32"/>
                <a:gd name="T19" fmla="*/ 16 h 27"/>
                <a:gd name="T20" fmla="*/ 19 w 32"/>
                <a:gd name="T21" fmla="*/ 16 h 27"/>
                <a:gd name="T22" fmla="*/ 23 w 32"/>
                <a:gd name="T23" fmla="*/ 2 h 27"/>
                <a:gd name="T24" fmla="*/ 28 w 32"/>
                <a:gd name="T25" fmla="*/ 4 h 27"/>
                <a:gd name="T26" fmla="*/ 28 w 32"/>
                <a:gd name="T27" fmla="*/ 6 h 27"/>
                <a:gd name="T28" fmla="*/ 29 w 32"/>
                <a:gd name="T29" fmla="*/ 6 h 27"/>
                <a:gd name="T30" fmla="*/ 27 w 32"/>
                <a:gd name="T31" fmla="*/ 9 h 27"/>
                <a:gd name="T32" fmla="*/ 24 w 32"/>
                <a:gd name="T33" fmla="*/ 15 h 27"/>
                <a:gd name="T34" fmla="*/ 32 w 32"/>
                <a:gd name="T35" fmla="*/ 15 h 27"/>
                <a:gd name="T36" fmla="*/ 30 w 32"/>
                <a:gd name="T37" fmla="*/ 18 h 27"/>
                <a:gd name="T38" fmla="*/ 23 w 32"/>
                <a:gd name="T39" fmla="*/ 19 h 27"/>
                <a:gd name="T40" fmla="*/ 18 w 32"/>
                <a:gd name="T41" fmla="*/ 25 h 27"/>
                <a:gd name="T42" fmla="*/ 16 w 32"/>
                <a:gd name="T43" fmla="*/ 26 h 27"/>
                <a:gd name="T44" fmla="*/ 11 w 32"/>
                <a:gd name="T45" fmla="*/ 27 h 27"/>
                <a:gd name="T46" fmla="*/ 5 w 32"/>
                <a:gd name="T47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2" h="27">
                  <a:moveTo>
                    <a:pt x="5" y="27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6"/>
                  </a:cubicBezTo>
                  <a:cubicBezTo>
                    <a:pt x="6" y="26"/>
                    <a:pt x="11" y="25"/>
                    <a:pt x="11" y="24"/>
                  </a:cubicBezTo>
                  <a:cubicBezTo>
                    <a:pt x="13" y="24"/>
                    <a:pt x="14" y="23"/>
                    <a:pt x="15" y="21"/>
                  </a:cubicBezTo>
                  <a:cubicBezTo>
                    <a:pt x="12" y="21"/>
                    <a:pt x="8" y="23"/>
                    <a:pt x="5" y="22"/>
                  </a:cubicBezTo>
                  <a:cubicBezTo>
                    <a:pt x="3" y="22"/>
                    <a:pt x="2" y="20"/>
                    <a:pt x="1" y="20"/>
                  </a:cubicBezTo>
                  <a:cubicBezTo>
                    <a:pt x="1" y="20"/>
                    <a:pt x="1" y="19"/>
                    <a:pt x="1" y="19"/>
                  </a:cubicBezTo>
                  <a:cubicBezTo>
                    <a:pt x="0" y="18"/>
                    <a:pt x="0" y="16"/>
                    <a:pt x="2" y="16"/>
                  </a:cubicBezTo>
                  <a:cubicBezTo>
                    <a:pt x="5" y="18"/>
                    <a:pt x="11" y="17"/>
                    <a:pt x="15" y="16"/>
                  </a:cubicBezTo>
                  <a:cubicBezTo>
                    <a:pt x="16" y="16"/>
                    <a:pt x="18" y="16"/>
                    <a:pt x="19" y="16"/>
                  </a:cubicBezTo>
                  <a:cubicBezTo>
                    <a:pt x="21" y="11"/>
                    <a:pt x="21" y="7"/>
                    <a:pt x="23" y="2"/>
                  </a:cubicBezTo>
                  <a:cubicBezTo>
                    <a:pt x="25" y="0"/>
                    <a:pt x="26" y="2"/>
                    <a:pt x="28" y="4"/>
                  </a:cubicBezTo>
                  <a:cubicBezTo>
                    <a:pt x="28" y="5"/>
                    <a:pt x="28" y="5"/>
                    <a:pt x="28" y="6"/>
                  </a:cubicBezTo>
                  <a:cubicBezTo>
                    <a:pt x="28" y="6"/>
                    <a:pt x="28" y="6"/>
                    <a:pt x="29" y="6"/>
                  </a:cubicBezTo>
                  <a:cubicBezTo>
                    <a:pt x="29" y="7"/>
                    <a:pt x="29" y="8"/>
                    <a:pt x="27" y="9"/>
                  </a:cubicBezTo>
                  <a:cubicBezTo>
                    <a:pt x="26" y="11"/>
                    <a:pt x="25" y="13"/>
                    <a:pt x="24" y="15"/>
                  </a:cubicBezTo>
                  <a:cubicBezTo>
                    <a:pt x="27" y="16"/>
                    <a:pt x="29" y="14"/>
                    <a:pt x="32" y="15"/>
                  </a:cubicBezTo>
                  <a:cubicBezTo>
                    <a:pt x="32" y="16"/>
                    <a:pt x="31" y="17"/>
                    <a:pt x="30" y="18"/>
                  </a:cubicBezTo>
                  <a:cubicBezTo>
                    <a:pt x="28" y="18"/>
                    <a:pt x="25" y="19"/>
                    <a:pt x="23" y="19"/>
                  </a:cubicBezTo>
                  <a:cubicBezTo>
                    <a:pt x="22" y="21"/>
                    <a:pt x="20" y="24"/>
                    <a:pt x="18" y="25"/>
                  </a:cubicBezTo>
                  <a:cubicBezTo>
                    <a:pt x="18" y="25"/>
                    <a:pt x="16" y="26"/>
                    <a:pt x="16" y="26"/>
                  </a:cubicBezTo>
                  <a:cubicBezTo>
                    <a:pt x="14" y="27"/>
                    <a:pt x="13" y="27"/>
                    <a:pt x="11" y="27"/>
                  </a:cubicBezTo>
                  <a:cubicBezTo>
                    <a:pt x="6" y="27"/>
                    <a:pt x="6" y="27"/>
                    <a:pt x="5" y="2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 153">
              <a:extLst>
                <a:ext uri="{FF2B5EF4-FFF2-40B4-BE49-F238E27FC236}">
                  <a16:creationId xmlns:a16="http://schemas.microsoft.com/office/drawing/2014/main" id="{49D5B0BE-C767-A621-DAAA-AB1B06C9A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1366558"/>
              <a:ext cx="55563" cy="111125"/>
            </a:xfrm>
            <a:custGeom>
              <a:avLst/>
              <a:gdLst>
                <a:gd name="T0" fmla="*/ 6 w 13"/>
                <a:gd name="T1" fmla="*/ 26 h 26"/>
                <a:gd name="T2" fmla="*/ 0 w 13"/>
                <a:gd name="T3" fmla="*/ 23 h 26"/>
                <a:gd name="T4" fmla="*/ 0 w 13"/>
                <a:gd name="T5" fmla="*/ 22 h 26"/>
                <a:gd name="T6" fmla="*/ 8 w 13"/>
                <a:gd name="T7" fmla="*/ 8 h 26"/>
                <a:gd name="T8" fmla="*/ 10 w 13"/>
                <a:gd name="T9" fmla="*/ 2 h 26"/>
                <a:gd name="T10" fmla="*/ 10 w 13"/>
                <a:gd name="T11" fmla="*/ 1 h 26"/>
                <a:gd name="T12" fmla="*/ 10 w 13"/>
                <a:gd name="T13" fmla="*/ 1 h 26"/>
                <a:gd name="T14" fmla="*/ 12 w 13"/>
                <a:gd name="T15" fmla="*/ 1 h 26"/>
                <a:gd name="T16" fmla="*/ 11 w 13"/>
                <a:gd name="T17" fmla="*/ 5 h 26"/>
                <a:gd name="T18" fmla="*/ 10 w 13"/>
                <a:gd name="T19" fmla="*/ 12 h 26"/>
                <a:gd name="T20" fmla="*/ 10 w 13"/>
                <a:gd name="T21" fmla="*/ 15 h 26"/>
                <a:gd name="T22" fmla="*/ 8 w 13"/>
                <a:gd name="T23" fmla="*/ 20 h 26"/>
                <a:gd name="T24" fmla="*/ 6 w 13"/>
                <a:gd name="T25" fmla="*/ 25 h 26"/>
                <a:gd name="T26" fmla="*/ 6 w 13"/>
                <a:gd name="T2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" h="26">
                  <a:moveTo>
                    <a:pt x="6" y="26"/>
                  </a:moveTo>
                  <a:cubicBezTo>
                    <a:pt x="4" y="25"/>
                    <a:pt x="1" y="24"/>
                    <a:pt x="0" y="23"/>
                  </a:cubicBezTo>
                  <a:cubicBezTo>
                    <a:pt x="0" y="23"/>
                    <a:pt x="0" y="22"/>
                    <a:pt x="0" y="22"/>
                  </a:cubicBezTo>
                  <a:cubicBezTo>
                    <a:pt x="3" y="17"/>
                    <a:pt x="6" y="13"/>
                    <a:pt x="8" y="8"/>
                  </a:cubicBezTo>
                  <a:cubicBezTo>
                    <a:pt x="8" y="6"/>
                    <a:pt x="9" y="4"/>
                    <a:pt x="10" y="2"/>
                  </a:cubicBezTo>
                  <a:cubicBezTo>
                    <a:pt x="10" y="2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3" y="2"/>
                    <a:pt x="11" y="4"/>
                    <a:pt x="11" y="5"/>
                  </a:cubicBezTo>
                  <a:cubicBezTo>
                    <a:pt x="11" y="7"/>
                    <a:pt x="11" y="9"/>
                    <a:pt x="10" y="12"/>
                  </a:cubicBezTo>
                  <a:cubicBezTo>
                    <a:pt x="10" y="12"/>
                    <a:pt x="10" y="12"/>
                    <a:pt x="10" y="15"/>
                  </a:cubicBezTo>
                  <a:cubicBezTo>
                    <a:pt x="9" y="16"/>
                    <a:pt x="8" y="19"/>
                    <a:pt x="8" y="20"/>
                  </a:cubicBezTo>
                  <a:cubicBezTo>
                    <a:pt x="7" y="21"/>
                    <a:pt x="8" y="24"/>
                    <a:pt x="6" y="25"/>
                  </a:cubicBezTo>
                  <a:cubicBezTo>
                    <a:pt x="6" y="25"/>
                    <a:pt x="6" y="25"/>
                    <a:pt x="6" y="26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 154">
              <a:extLst>
                <a:ext uri="{FF2B5EF4-FFF2-40B4-BE49-F238E27FC236}">
                  <a16:creationId xmlns:a16="http://schemas.microsoft.com/office/drawing/2014/main" id="{77C35D4B-5092-0518-10D1-9A52AD5EA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938" y="1336396"/>
              <a:ext cx="42863" cy="47625"/>
            </a:xfrm>
            <a:custGeom>
              <a:avLst/>
              <a:gdLst>
                <a:gd name="T0" fmla="*/ 6 w 10"/>
                <a:gd name="T1" fmla="*/ 10 h 11"/>
                <a:gd name="T2" fmla="*/ 0 w 10"/>
                <a:gd name="T3" fmla="*/ 9 h 11"/>
                <a:gd name="T4" fmla="*/ 0 w 10"/>
                <a:gd name="T5" fmla="*/ 7 h 11"/>
                <a:gd name="T6" fmla="*/ 1 w 10"/>
                <a:gd name="T7" fmla="*/ 6 h 11"/>
                <a:gd name="T8" fmla="*/ 3 w 10"/>
                <a:gd name="T9" fmla="*/ 5 h 11"/>
                <a:gd name="T10" fmla="*/ 9 w 10"/>
                <a:gd name="T11" fmla="*/ 1 h 11"/>
                <a:gd name="T12" fmla="*/ 6 w 10"/>
                <a:gd name="T13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1">
                  <a:moveTo>
                    <a:pt x="6" y="10"/>
                  </a:moveTo>
                  <a:cubicBezTo>
                    <a:pt x="3" y="11"/>
                    <a:pt x="2" y="9"/>
                    <a:pt x="0" y="9"/>
                  </a:cubicBezTo>
                  <a:cubicBezTo>
                    <a:pt x="0" y="8"/>
                    <a:pt x="0" y="7"/>
                    <a:pt x="0" y="7"/>
                  </a:cubicBezTo>
                  <a:cubicBezTo>
                    <a:pt x="0" y="7"/>
                    <a:pt x="0" y="7"/>
                    <a:pt x="1" y="6"/>
                  </a:cubicBezTo>
                  <a:cubicBezTo>
                    <a:pt x="2" y="6"/>
                    <a:pt x="2" y="6"/>
                    <a:pt x="3" y="5"/>
                  </a:cubicBezTo>
                  <a:cubicBezTo>
                    <a:pt x="4" y="4"/>
                    <a:pt x="7" y="0"/>
                    <a:pt x="9" y="1"/>
                  </a:cubicBezTo>
                  <a:cubicBezTo>
                    <a:pt x="10" y="4"/>
                    <a:pt x="8" y="8"/>
                    <a:pt x="6" y="1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 155">
              <a:extLst>
                <a:ext uri="{FF2B5EF4-FFF2-40B4-BE49-F238E27FC236}">
                  <a16:creationId xmlns:a16="http://schemas.microsoft.com/office/drawing/2014/main" id="{4C2B159F-82B8-ADD3-B046-FFF6BE3FD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1353858"/>
              <a:ext cx="30163" cy="33338"/>
            </a:xfrm>
            <a:custGeom>
              <a:avLst/>
              <a:gdLst>
                <a:gd name="T0" fmla="*/ 3 w 7"/>
                <a:gd name="T1" fmla="*/ 8 h 8"/>
                <a:gd name="T2" fmla="*/ 0 w 7"/>
                <a:gd name="T3" fmla="*/ 3 h 8"/>
                <a:gd name="T4" fmla="*/ 4 w 7"/>
                <a:gd name="T5" fmla="*/ 0 h 8"/>
                <a:gd name="T6" fmla="*/ 7 w 7"/>
                <a:gd name="T7" fmla="*/ 5 h 8"/>
                <a:gd name="T8" fmla="*/ 3 w 7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2" y="8"/>
                    <a:pt x="0" y="4"/>
                    <a:pt x="0" y="3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2"/>
                    <a:pt x="7" y="2"/>
                    <a:pt x="7" y="5"/>
                  </a:cubicBezTo>
                  <a:cubicBezTo>
                    <a:pt x="6" y="7"/>
                    <a:pt x="5" y="7"/>
                    <a:pt x="3" y="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 156">
              <a:extLst>
                <a:ext uri="{FF2B5EF4-FFF2-40B4-BE49-F238E27FC236}">
                  <a16:creationId xmlns:a16="http://schemas.microsoft.com/office/drawing/2014/main" id="{1F7820F8-ABA7-0ED1-E8C2-24551726A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475" y="1293533"/>
              <a:ext cx="50800" cy="60325"/>
            </a:xfrm>
            <a:custGeom>
              <a:avLst/>
              <a:gdLst>
                <a:gd name="T0" fmla="*/ 7 w 12"/>
                <a:gd name="T1" fmla="*/ 14 h 14"/>
                <a:gd name="T2" fmla="*/ 6 w 12"/>
                <a:gd name="T3" fmla="*/ 9 h 14"/>
                <a:gd name="T4" fmla="*/ 4 w 12"/>
                <a:gd name="T5" fmla="*/ 10 h 14"/>
                <a:gd name="T6" fmla="*/ 0 w 12"/>
                <a:gd name="T7" fmla="*/ 7 h 14"/>
                <a:gd name="T8" fmla="*/ 2 w 12"/>
                <a:gd name="T9" fmla="*/ 5 h 14"/>
                <a:gd name="T10" fmla="*/ 6 w 12"/>
                <a:gd name="T11" fmla="*/ 1 h 14"/>
                <a:gd name="T12" fmla="*/ 12 w 12"/>
                <a:gd name="T13" fmla="*/ 4 h 14"/>
                <a:gd name="T14" fmla="*/ 11 w 12"/>
                <a:gd name="T15" fmla="*/ 9 h 14"/>
                <a:gd name="T16" fmla="*/ 8 w 12"/>
                <a:gd name="T17" fmla="*/ 13 h 14"/>
                <a:gd name="T18" fmla="*/ 7 w 12"/>
                <a:gd name="T1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4">
                  <a:moveTo>
                    <a:pt x="7" y="14"/>
                  </a:moveTo>
                  <a:cubicBezTo>
                    <a:pt x="6" y="13"/>
                    <a:pt x="7" y="10"/>
                    <a:pt x="6" y="9"/>
                  </a:cubicBezTo>
                  <a:cubicBezTo>
                    <a:pt x="5" y="10"/>
                    <a:pt x="5" y="10"/>
                    <a:pt x="4" y="10"/>
                  </a:cubicBezTo>
                  <a:cubicBezTo>
                    <a:pt x="2" y="10"/>
                    <a:pt x="0" y="9"/>
                    <a:pt x="0" y="7"/>
                  </a:cubicBezTo>
                  <a:cubicBezTo>
                    <a:pt x="1" y="6"/>
                    <a:pt x="1" y="6"/>
                    <a:pt x="2" y="5"/>
                  </a:cubicBezTo>
                  <a:cubicBezTo>
                    <a:pt x="4" y="4"/>
                    <a:pt x="5" y="3"/>
                    <a:pt x="6" y="1"/>
                  </a:cubicBezTo>
                  <a:cubicBezTo>
                    <a:pt x="9" y="0"/>
                    <a:pt x="11" y="1"/>
                    <a:pt x="12" y="4"/>
                  </a:cubicBezTo>
                  <a:cubicBezTo>
                    <a:pt x="12" y="5"/>
                    <a:pt x="11" y="7"/>
                    <a:pt x="11" y="9"/>
                  </a:cubicBezTo>
                  <a:cubicBezTo>
                    <a:pt x="10" y="10"/>
                    <a:pt x="9" y="12"/>
                    <a:pt x="8" y="13"/>
                  </a:cubicBezTo>
                  <a:cubicBezTo>
                    <a:pt x="7" y="13"/>
                    <a:pt x="7" y="14"/>
                    <a:pt x="7" y="1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 157">
              <a:extLst>
                <a:ext uri="{FF2B5EF4-FFF2-40B4-BE49-F238E27FC236}">
                  <a16:creationId xmlns:a16="http://schemas.microsoft.com/office/drawing/2014/main" id="{D207EA96-88E9-51E8-2D79-1F830B6A0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975" y="1306233"/>
              <a:ext cx="34925" cy="38100"/>
            </a:xfrm>
            <a:custGeom>
              <a:avLst/>
              <a:gdLst>
                <a:gd name="T0" fmla="*/ 4 w 8"/>
                <a:gd name="T1" fmla="*/ 9 h 9"/>
                <a:gd name="T2" fmla="*/ 3 w 8"/>
                <a:gd name="T3" fmla="*/ 7 h 9"/>
                <a:gd name="T4" fmla="*/ 1 w 8"/>
                <a:gd name="T5" fmla="*/ 4 h 9"/>
                <a:gd name="T6" fmla="*/ 1 w 8"/>
                <a:gd name="T7" fmla="*/ 0 h 9"/>
                <a:gd name="T8" fmla="*/ 8 w 8"/>
                <a:gd name="T9" fmla="*/ 4 h 9"/>
                <a:gd name="T10" fmla="*/ 4 w 8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9">
                  <a:moveTo>
                    <a:pt x="4" y="9"/>
                  </a:moveTo>
                  <a:cubicBezTo>
                    <a:pt x="3" y="8"/>
                    <a:pt x="3" y="8"/>
                    <a:pt x="3" y="7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1" y="2"/>
                    <a:pt x="0" y="2"/>
                    <a:pt x="1" y="0"/>
                  </a:cubicBezTo>
                  <a:cubicBezTo>
                    <a:pt x="3" y="0"/>
                    <a:pt x="8" y="1"/>
                    <a:pt x="8" y="4"/>
                  </a:cubicBezTo>
                  <a:cubicBezTo>
                    <a:pt x="7" y="6"/>
                    <a:pt x="5" y="8"/>
                    <a:pt x="4" y="9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 158">
              <a:extLst>
                <a:ext uri="{FF2B5EF4-FFF2-40B4-BE49-F238E27FC236}">
                  <a16:creationId xmlns:a16="http://schemas.microsoft.com/office/drawing/2014/main" id="{7743AD39-E7D5-9046-394D-B1749C12A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113" y="1439583"/>
              <a:ext cx="127000" cy="222250"/>
            </a:xfrm>
            <a:custGeom>
              <a:avLst/>
              <a:gdLst>
                <a:gd name="T0" fmla="*/ 17 w 30"/>
                <a:gd name="T1" fmla="*/ 50 h 52"/>
                <a:gd name="T2" fmla="*/ 10 w 30"/>
                <a:gd name="T3" fmla="*/ 48 h 52"/>
                <a:gd name="T4" fmla="*/ 10 w 30"/>
                <a:gd name="T5" fmla="*/ 46 h 52"/>
                <a:gd name="T6" fmla="*/ 10 w 30"/>
                <a:gd name="T7" fmla="*/ 46 h 52"/>
                <a:gd name="T8" fmla="*/ 6 w 30"/>
                <a:gd name="T9" fmla="*/ 36 h 52"/>
                <a:gd name="T10" fmla="*/ 6 w 30"/>
                <a:gd name="T11" fmla="*/ 33 h 52"/>
                <a:gd name="T12" fmla="*/ 8 w 30"/>
                <a:gd name="T13" fmla="*/ 35 h 52"/>
                <a:gd name="T14" fmla="*/ 9 w 30"/>
                <a:gd name="T15" fmla="*/ 33 h 52"/>
                <a:gd name="T16" fmla="*/ 8 w 30"/>
                <a:gd name="T17" fmla="*/ 26 h 52"/>
                <a:gd name="T18" fmla="*/ 7 w 30"/>
                <a:gd name="T19" fmla="*/ 24 h 52"/>
                <a:gd name="T20" fmla="*/ 3 w 30"/>
                <a:gd name="T21" fmla="*/ 27 h 52"/>
                <a:gd name="T22" fmla="*/ 3 w 30"/>
                <a:gd name="T23" fmla="*/ 21 h 52"/>
                <a:gd name="T24" fmla="*/ 0 w 30"/>
                <a:gd name="T25" fmla="*/ 18 h 52"/>
                <a:gd name="T26" fmla="*/ 5 w 30"/>
                <a:gd name="T27" fmla="*/ 16 h 52"/>
                <a:gd name="T28" fmla="*/ 7 w 30"/>
                <a:gd name="T29" fmla="*/ 18 h 52"/>
                <a:gd name="T30" fmla="*/ 9 w 30"/>
                <a:gd name="T31" fmla="*/ 20 h 52"/>
                <a:gd name="T32" fmla="*/ 9 w 30"/>
                <a:gd name="T33" fmla="*/ 19 h 52"/>
                <a:gd name="T34" fmla="*/ 9 w 30"/>
                <a:gd name="T35" fmla="*/ 14 h 52"/>
                <a:gd name="T36" fmla="*/ 5 w 30"/>
                <a:gd name="T37" fmla="*/ 8 h 52"/>
                <a:gd name="T38" fmla="*/ 9 w 30"/>
                <a:gd name="T39" fmla="*/ 5 h 52"/>
                <a:gd name="T40" fmla="*/ 10 w 30"/>
                <a:gd name="T41" fmla="*/ 1 h 52"/>
                <a:gd name="T42" fmla="*/ 11 w 30"/>
                <a:gd name="T43" fmla="*/ 0 h 52"/>
                <a:gd name="T44" fmla="*/ 13 w 30"/>
                <a:gd name="T45" fmla="*/ 1 h 52"/>
                <a:gd name="T46" fmla="*/ 14 w 30"/>
                <a:gd name="T47" fmla="*/ 10 h 52"/>
                <a:gd name="T48" fmla="*/ 13 w 30"/>
                <a:gd name="T49" fmla="*/ 7 h 52"/>
                <a:gd name="T50" fmla="*/ 17 w 30"/>
                <a:gd name="T51" fmla="*/ 2 h 52"/>
                <a:gd name="T52" fmla="*/ 20 w 30"/>
                <a:gd name="T53" fmla="*/ 6 h 52"/>
                <a:gd name="T54" fmla="*/ 20 w 30"/>
                <a:gd name="T55" fmla="*/ 7 h 52"/>
                <a:gd name="T56" fmla="*/ 28 w 30"/>
                <a:gd name="T57" fmla="*/ 12 h 52"/>
                <a:gd name="T58" fmla="*/ 29 w 30"/>
                <a:gd name="T59" fmla="*/ 15 h 52"/>
                <a:gd name="T60" fmla="*/ 29 w 30"/>
                <a:gd name="T61" fmla="*/ 16 h 52"/>
                <a:gd name="T62" fmla="*/ 29 w 30"/>
                <a:gd name="T63" fmla="*/ 16 h 52"/>
                <a:gd name="T64" fmla="*/ 28 w 30"/>
                <a:gd name="T65" fmla="*/ 19 h 52"/>
                <a:gd name="T66" fmla="*/ 18 w 30"/>
                <a:gd name="T67" fmla="*/ 12 h 52"/>
                <a:gd name="T68" fmla="*/ 18 w 30"/>
                <a:gd name="T69" fmla="*/ 12 h 52"/>
                <a:gd name="T70" fmla="*/ 21 w 30"/>
                <a:gd name="T71" fmla="*/ 20 h 52"/>
                <a:gd name="T72" fmla="*/ 18 w 30"/>
                <a:gd name="T73" fmla="*/ 21 h 52"/>
                <a:gd name="T74" fmla="*/ 17 w 30"/>
                <a:gd name="T75" fmla="*/ 20 h 52"/>
                <a:gd name="T76" fmla="*/ 12 w 30"/>
                <a:gd name="T77" fmla="*/ 15 h 52"/>
                <a:gd name="T78" fmla="*/ 13 w 30"/>
                <a:gd name="T79" fmla="*/ 22 h 52"/>
                <a:gd name="T80" fmla="*/ 13 w 30"/>
                <a:gd name="T81" fmla="*/ 24 h 52"/>
                <a:gd name="T82" fmla="*/ 16 w 30"/>
                <a:gd name="T83" fmla="*/ 28 h 52"/>
                <a:gd name="T84" fmla="*/ 17 w 30"/>
                <a:gd name="T85" fmla="*/ 30 h 52"/>
                <a:gd name="T86" fmla="*/ 17 w 30"/>
                <a:gd name="T87" fmla="*/ 30 h 52"/>
                <a:gd name="T88" fmla="*/ 17 w 30"/>
                <a:gd name="T89" fmla="*/ 35 h 52"/>
                <a:gd name="T90" fmla="*/ 16 w 30"/>
                <a:gd name="T91" fmla="*/ 34 h 52"/>
                <a:gd name="T92" fmla="*/ 13 w 30"/>
                <a:gd name="T93" fmla="*/ 30 h 52"/>
                <a:gd name="T94" fmla="*/ 12 w 30"/>
                <a:gd name="T95" fmla="*/ 35 h 52"/>
                <a:gd name="T96" fmla="*/ 10 w 30"/>
                <a:gd name="T97" fmla="*/ 36 h 52"/>
                <a:gd name="T98" fmla="*/ 10 w 30"/>
                <a:gd name="T99" fmla="*/ 36 h 52"/>
                <a:gd name="T100" fmla="*/ 9 w 30"/>
                <a:gd name="T101" fmla="*/ 37 h 52"/>
                <a:gd name="T102" fmla="*/ 11 w 30"/>
                <a:gd name="T103" fmla="*/ 39 h 52"/>
                <a:gd name="T104" fmla="*/ 18 w 30"/>
                <a:gd name="T105" fmla="*/ 49 h 52"/>
                <a:gd name="T106" fmla="*/ 17 w 30"/>
                <a:gd name="T107" fmla="*/ 5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0" h="52">
                  <a:moveTo>
                    <a:pt x="17" y="50"/>
                  </a:moveTo>
                  <a:cubicBezTo>
                    <a:pt x="15" y="52"/>
                    <a:pt x="10" y="51"/>
                    <a:pt x="10" y="48"/>
                  </a:cubicBezTo>
                  <a:cubicBezTo>
                    <a:pt x="10" y="47"/>
                    <a:pt x="10" y="47"/>
                    <a:pt x="10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3"/>
                    <a:pt x="7" y="40"/>
                    <a:pt x="6" y="36"/>
                  </a:cubicBezTo>
                  <a:cubicBezTo>
                    <a:pt x="6" y="35"/>
                    <a:pt x="5" y="34"/>
                    <a:pt x="6" y="33"/>
                  </a:cubicBezTo>
                  <a:cubicBezTo>
                    <a:pt x="6" y="33"/>
                    <a:pt x="7" y="34"/>
                    <a:pt x="8" y="35"/>
                  </a:cubicBezTo>
                  <a:cubicBezTo>
                    <a:pt x="8" y="35"/>
                    <a:pt x="9" y="34"/>
                    <a:pt x="9" y="33"/>
                  </a:cubicBezTo>
                  <a:cubicBezTo>
                    <a:pt x="8" y="31"/>
                    <a:pt x="9" y="28"/>
                    <a:pt x="8" y="26"/>
                  </a:cubicBezTo>
                  <a:cubicBezTo>
                    <a:pt x="8" y="25"/>
                    <a:pt x="7" y="25"/>
                    <a:pt x="7" y="24"/>
                  </a:cubicBezTo>
                  <a:cubicBezTo>
                    <a:pt x="6" y="25"/>
                    <a:pt x="5" y="29"/>
                    <a:pt x="3" y="27"/>
                  </a:cubicBezTo>
                  <a:cubicBezTo>
                    <a:pt x="4" y="26"/>
                    <a:pt x="4" y="23"/>
                    <a:pt x="3" y="21"/>
                  </a:cubicBezTo>
                  <a:cubicBezTo>
                    <a:pt x="2" y="20"/>
                    <a:pt x="0" y="19"/>
                    <a:pt x="0" y="18"/>
                  </a:cubicBezTo>
                  <a:cubicBezTo>
                    <a:pt x="0" y="16"/>
                    <a:pt x="3" y="16"/>
                    <a:pt x="5" y="16"/>
                  </a:cubicBezTo>
                  <a:cubicBezTo>
                    <a:pt x="6" y="17"/>
                    <a:pt x="6" y="14"/>
                    <a:pt x="7" y="18"/>
                  </a:cubicBezTo>
                  <a:cubicBezTo>
                    <a:pt x="7" y="19"/>
                    <a:pt x="8" y="19"/>
                    <a:pt x="9" y="20"/>
                  </a:cubicBezTo>
                  <a:cubicBezTo>
                    <a:pt x="9" y="20"/>
                    <a:pt x="9" y="19"/>
                    <a:pt x="9" y="19"/>
                  </a:cubicBezTo>
                  <a:cubicBezTo>
                    <a:pt x="9" y="17"/>
                    <a:pt x="9" y="15"/>
                    <a:pt x="9" y="14"/>
                  </a:cubicBezTo>
                  <a:cubicBezTo>
                    <a:pt x="8" y="12"/>
                    <a:pt x="6" y="10"/>
                    <a:pt x="5" y="8"/>
                  </a:cubicBezTo>
                  <a:cubicBezTo>
                    <a:pt x="5" y="6"/>
                    <a:pt x="7" y="5"/>
                    <a:pt x="9" y="5"/>
                  </a:cubicBezTo>
                  <a:cubicBezTo>
                    <a:pt x="10" y="4"/>
                    <a:pt x="10" y="3"/>
                    <a:pt x="10" y="1"/>
                  </a:cubicBezTo>
                  <a:cubicBezTo>
                    <a:pt x="10" y="1"/>
                    <a:pt x="10" y="1"/>
                    <a:pt x="11" y="0"/>
                  </a:cubicBezTo>
                  <a:cubicBezTo>
                    <a:pt x="11" y="0"/>
                    <a:pt x="12" y="0"/>
                    <a:pt x="13" y="1"/>
                  </a:cubicBezTo>
                  <a:cubicBezTo>
                    <a:pt x="14" y="3"/>
                    <a:pt x="11" y="9"/>
                    <a:pt x="14" y="10"/>
                  </a:cubicBezTo>
                  <a:cubicBezTo>
                    <a:pt x="15" y="8"/>
                    <a:pt x="14" y="7"/>
                    <a:pt x="13" y="7"/>
                  </a:cubicBezTo>
                  <a:cubicBezTo>
                    <a:pt x="13" y="5"/>
                    <a:pt x="16" y="3"/>
                    <a:pt x="17" y="2"/>
                  </a:cubicBezTo>
                  <a:cubicBezTo>
                    <a:pt x="20" y="2"/>
                    <a:pt x="20" y="4"/>
                    <a:pt x="20" y="6"/>
                  </a:cubicBezTo>
                  <a:cubicBezTo>
                    <a:pt x="20" y="6"/>
                    <a:pt x="20" y="6"/>
                    <a:pt x="20" y="7"/>
                  </a:cubicBezTo>
                  <a:cubicBezTo>
                    <a:pt x="23" y="9"/>
                    <a:pt x="23" y="9"/>
                    <a:pt x="28" y="12"/>
                  </a:cubicBezTo>
                  <a:cubicBezTo>
                    <a:pt x="28" y="13"/>
                    <a:pt x="29" y="14"/>
                    <a:pt x="29" y="15"/>
                  </a:cubicBezTo>
                  <a:cubicBezTo>
                    <a:pt x="29" y="15"/>
                    <a:pt x="29" y="15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30" y="17"/>
                    <a:pt x="30" y="19"/>
                    <a:pt x="28" y="19"/>
                  </a:cubicBezTo>
                  <a:cubicBezTo>
                    <a:pt x="25" y="17"/>
                    <a:pt x="21" y="14"/>
                    <a:pt x="18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9" y="13"/>
                    <a:pt x="21" y="17"/>
                    <a:pt x="21" y="20"/>
                  </a:cubicBezTo>
                  <a:cubicBezTo>
                    <a:pt x="21" y="21"/>
                    <a:pt x="19" y="22"/>
                    <a:pt x="18" y="21"/>
                  </a:cubicBezTo>
                  <a:cubicBezTo>
                    <a:pt x="17" y="21"/>
                    <a:pt x="17" y="20"/>
                    <a:pt x="17" y="20"/>
                  </a:cubicBezTo>
                  <a:cubicBezTo>
                    <a:pt x="16" y="18"/>
                    <a:pt x="13" y="16"/>
                    <a:pt x="12" y="15"/>
                  </a:cubicBezTo>
                  <a:cubicBezTo>
                    <a:pt x="11" y="17"/>
                    <a:pt x="12" y="20"/>
                    <a:pt x="13" y="22"/>
                  </a:cubicBezTo>
                  <a:cubicBezTo>
                    <a:pt x="13" y="23"/>
                    <a:pt x="13" y="23"/>
                    <a:pt x="13" y="24"/>
                  </a:cubicBezTo>
                  <a:cubicBezTo>
                    <a:pt x="14" y="26"/>
                    <a:pt x="15" y="27"/>
                    <a:pt x="16" y="28"/>
                  </a:cubicBezTo>
                  <a:cubicBezTo>
                    <a:pt x="17" y="29"/>
                    <a:pt x="17" y="30"/>
                    <a:pt x="17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2"/>
                    <a:pt x="19" y="35"/>
                    <a:pt x="17" y="35"/>
                  </a:cubicBezTo>
                  <a:cubicBezTo>
                    <a:pt x="17" y="35"/>
                    <a:pt x="17" y="35"/>
                    <a:pt x="16" y="34"/>
                  </a:cubicBezTo>
                  <a:cubicBezTo>
                    <a:pt x="16" y="33"/>
                    <a:pt x="14" y="31"/>
                    <a:pt x="13" y="30"/>
                  </a:cubicBezTo>
                  <a:cubicBezTo>
                    <a:pt x="12" y="32"/>
                    <a:pt x="13" y="33"/>
                    <a:pt x="12" y="35"/>
                  </a:cubicBezTo>
                  <a:cubicBezTo>
                    <a:pt x="12" y="35"/>
                    <a:pt x="11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7"/>
                    <a:pt x="9" y="37"/>
                    <a:pt x="9" y="37"/>
                  </a:cubicBezTo>
                  <a:cubicBezTo>
                    <a:pt x="10" y="38"/>
                    <a:pt x="10" y="38"/>
                    <a:pt x="11" y="39"/>
                  </a:cubicBezTo>
                  <a:cubicBezTo>
                    <a:pt x="13" y="43"/>
                    <a:pt x="15" y="46"/>
                    <a:pt x="18" y="49"/>
                  </a:cubicBezTo>
                  <a:cubicBezTo>
                    <a:pt x="18" y="50"/>
                    <a:pt x="18" y="50"/>
                    <a:pt x="17" y="5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 159">
              <a:extLst>
                <a:ext uri="{FF2B5EF4-FFF2-40B4-BE49-F238E27FC236}">
                  <a16:creationId xmlns:a16="http://schemas.microsoft.com/office/drawing/2014/main" id="{7F94604B-A5BB-F691-1287-2822D0917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9475" y="1563408"/>
              <a:ext cx="38100" cy="30163"/>
            </a:xfrm>
            <a:custGeom>
              <a:avLst/>
              <a:gdLst>
                <a:gd name="T0" fmla="*/ 7 w 9"/>
                <a:gd name="T1" fmla="*/ 7 h 7"/>
                <a:gd name="T2" fmla="*/ 5 w 9"/>
                <a:gd name="T3" fmla="*/ 6 h 7"/>
                <a:gd name="T4" fmla="*/ 0 w 9"/>
                <a:gd name="T5" fmla="*/ 2 h 7"/>
                <a:gd name="T6" fmla="*/ 1 w 9"/>
                <a:gd name="T7" fmla="*/ 1 h 7"/>
                <a:gd name="T8" fmla="*/ 6 w 9"/>
                <a:gd name="T9" fmla="*/ 0 h 7"/>
                <a:gd name="T10" fmla="*/ 7 w 9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7">
                  <a:moveTo>
                    <a:pt x="7" y="7"/>
                  </a:moveTo>
                  <a:cubicBezTo>
                    <a:pt x="6" y="7"/>
                    <a:pt x="6" y="6"/>
                    <a:pt x="5" y="6"/>
                  </a:cubicBezTo>
                  <a:cubicBezTo>
                    <a:pt x="3" y="5"/>
                    <a:pt x="1" y="4"/>
                    <a:pt x="0" y="2"/>
                  </a:cubicBezTo>
                  <a:cubicBezTo>
                    <a:pt x="0" y="2"/>
                    <a:pt x="0" y="2"/>
                    <a:pt x="1" y="1"/>
                  </a:cubicBezTo>
                  <a:cubicBezTo>
                    <a:pt x="2" y="1"/>
                    <a:pt x="4" y="1"/>
                    <a:pt x="6" y="0"/>
                  </a:cubicBezTo>
                  <a:cubicBezTo>
                    <a:pt x="9" y="1"/>
                    <a:pt x="8" y="5"/>
                    <a:pt x="7" y="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 160">
              <a:extLst>
                <a:ext uri="{FF2B5EF4-FFF2-40B4-BE49-F238E27FC236}">
                  <a16:creationId xmlns:a16="http://schemas.microsoft.com/office/drawing/2014/main" id="{3A75D0CD-964A-01D9-E96A-8668DBD21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075" y="1530071"/>
              <a:ext cx="33338" cy="33338"/>
            </a:xfrm>
            <a:custGeom>
              <a:avLst/>
              <a:gdLst>
                <a:gd name="T0" fmla="*/ 7 w 8"/>
                <a:gd name="T1" fmla="*/ 8 h 8"/>
                <a:gd name="T2" fmla="*/ 6 w 8"/>
                <a:gd name="T3" fmla="*/ 8 h 8"/>
                <a:gd name="T4" fmla="*/ 5 w 8"/>
                <a:gd name="T5" fmla="*/ 7 h 8"/>
                <a:gd name="T6" fmla="*/ 0 w 8"/>
                <a:gd name="T7" fmla="*/ 2 h 8"/>
                <a:gd name="T8" fmla="*/ 2 w 8"/>
                <a:gd name="T9" fmla="*/ 2 h 8"/>
                <a:gd name="T10" fmla="*/ 8 w 8"/>
                <a:gd name="T11" fmla="*/ 4 h 8"/>
                <a:gd name="T12" fmla="*/ 7 w 8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8">
                  <a:moveTo>
                    <a:pt x="7" y="8"/>
                  </a:moveTo>
                  <a:cubicBezTo>
                    <a:pt x="6" y="8"/>
                    <a:pt x="6" y="8"/>
                    <a:pt x="6" y="8"/>
                  </a:cubicBezTo>
                  <a:cubicBezTo>
                    <a:pt x="6" y="8"/>
                    <a:pt x="6" y="7"/>
                    <a:pt x="5" y="7"/>
                  </a:cubicBezTo>
                  <a:cubicBezTo>
                    <a:pt x="2" y="7"/>
                    <a:pt x="0" y="5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4" y="2"/>
                    <a:pt x="8" y="0"/>
                    <a:pt x="8" y="4"/>
                  </a:cubicBezTo>
                  <a:cubicBezTo>
                    <a:pt x="8" y="5"/>
                    <a:pt x="7" y="7"/>
                    <a:pt x="7" y="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 161">
              <a:extLst>
                <a:ext uri="{FF2B5EF4-FFF2-40B4-BE49-F238E27FC236}">
                  <a16:creationId xmlns:a16="http://schemas.microsoft.com/office/drawing/2014/main" id="{E8E0EA32-48EE-817B-0E61-C8F5F8DCF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638" y="1558646"/>
              <a:ext cx="444500" cy="377825"/>
            </a:xfrm>
            <a:custGeom>
              <a:avLst/>
              <a:gdLst>
                <a:gd name="T0" fmla="*/ 105 w 105"/>
                <a:gd name="T1" fmla="*/ 4 h 88"/>
                <a:gd name="T2" fmla="*/ 78 w 105"/>
                <a:gd name="T3" fmla="*/ 4 h 88"/>
                <a:gd name="T4" fmla="*/ 63 w 105"/>
                <a:gd name="T5" fmla="*/ 19 h 88"/>
                <a:gd name="T6" fmla="*/ 58 w 105"/>
                <a:gd name="T7" fmla="*/ 9 h 88"/>
                <a:gd name="T8" fmla="*/ 66 w 105"/>
                <a:gd name="T9" fmla="*/ 6 h 88"/>
                <a:gd name="T10" fmla="*/ 46 w 105"/>
                <a:gd name="T11" fmla="*/ 6 h 88"/>
                <a:gd name="T12" fmla="*/ 42 w 105"/>
                <a:gd name="T13" fmla="*/ 19 h 88"/>
                <a:gd name="T14" fmla="*/ 28 w 105"/>
                <a:gd name="T15" fmla="*/ 4 h 88"/>
                <a:gd name="T16" fmla="*/ 0 w 105"/>
                <a:gd name="T17" fmla="*/ 4 h 88"/>
                <a:gd name="T18" fmla="*/ 20 w 105"/>
                <a:gd name="T19" fmla="*/ 12 h 88"/>
                <a:gd name="T20" fmla="*/ 22 w 105"/>
                <a:gd name="T21" fmla="*/ 17 h 88"/>
                <a:gd name="T22" fmla="*/ 8 w 105"/>
                <a:gd name="T23" fmla="*/ 17 h 88"/>
                <a:gd name="T24" fmla="*/ 25 w 105"/>
                <a:gd name="T25" fmla="*/ 24 h 88"/>
                <a:gd name="T26" fmla="*/ 28 w 105"/>
                <a:gd name="T27" fmla="*/ 30 h 88"/>
                <a:gd name="T28" fmla="*/ 17 w 105"/>
                <a:gd name="T29" fmla="*/ 30 h 88"/>
                <a:gd name="T30" fmla="*/ 31 w 105"/>
                <a:gd name="T31" fmla="*/ 37 h 88"/>
                <a:gd name="T32" fmla="*/ 33 w 105"/>
                <a:gd name="T33" fmla="*/ 42 h 88"/>
                <a:gd name="T34" fmla="*/ 24 w 105"/>
                <a:gd name="T35" fmla="*/ 42 h 88"/>
                <a:gd name="T36" fmla="*/ 36 w 105"/>
                <a:gd name="T37" fmla="*/ 49 h 88"/>
                <a:gd name="T38" fmla="*/ 38 w 105"/>
                <a:gd name="T39" fmla="*/ 54 h 88"/>
                <a:gd name="T40" fmla="*/ 32 w 105"/>
                <a:gd name="T41" fmla="*/ 54 h 88"/>
                <a:gd name="T42" fmla="*/ 41 w 105"/>
                <a:gd name="T43" fmla="*/ 61 h 88"/>
                <a:gd name="T44" fmla="*/ 41 w 105"/>
                <a:gd name="T45" fmla="*/ 69 h 88"/>
                <a:gd name="T46" fmla="*/ 52 w 105"/>
                <a:gd name="T47" fmla="*/ 88 h 88"/>
                <a:gd name="T48" fmla="*/ 64 w 105"/>
                <a:gd name="T49" fmla="*/ 69 h 88"/>
                <a:gd name="T50" fmla="*/ 64 w 105"/>
                <a:gd name="T51" fmla="*/ 61 h 88"/>
                <a:gd name="T52" fmla="*/ 73 w 105"/>
                <a:gd name="T53" fmla="*/ 54 h 88"/>
                <a:gd name="T54" fmla="*/ 67 w 105"/>
                <a:gd name="T55" fmla="*/ 54 h 88"/>
                <a:gd name="T56" fmla="*/ 69 w 105"/>
                <a:gd name="T57" fmla="*/ 49 h 88"/>
                <a:gd name="T58" fmla="*/ 81 w 105"/>
                <a:gd name="T59" fmla="*/ 42 h 88"/>
                <a:gd name="T60" fmla="*/ 72 w 105"/>
                <a:gd name="T61" fmla="*/ 42 h 88"/>
                <a:gd name="T62" fmla="*/ 74 w 105"/>
                <a:gd name="T63" fmla="*/ 37 h 88"/>
                <a:gd name="T64" fmla="*/ 88 w 105"/>
                <a:gd name="T65" fmla="*/ 30 h 88"/>
                <a:gd name="T66" fmla="*/ 77 w 105"/>
                <a:gd name="T67" fmla="*/ 30 h 88"/>
                <a:gd name="T68" fmla="*/ 80 w 105"/>
                <a:gd name="T69" fmla="*/ 24 h 88"/>
                <a:gd name="T70" fmla="*/ 97 w 105"/>
                <a:gd name="T71" fmla="*/ 17 h 88"/>
                <a:gd name="T72" fmla="*/ 83 w 105"/>
                <a:gd name="T73" fmla="*/ 17 h 88"/>
                <a:gd name="T74" fmla="*/ 85 w 105"/>
                <a:gd name="T75" fmla="*/ 12 h 88"/>
                <a:gd name="T76" fmla="*/ 105 w 105"/>
                <a:gd name="T77" fmla="*/ 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5" h="88">
                  <a:moveTo>
                    <a:pt x="105" y="4"/>
                  </a:moveTo>
                  <a:cubicBezTo>
                    <a:pt x="78" y="4"/>
                    <a:pt x="78" y="4"/>
                    <a:pt x="78" y="4"/>
                  </a:cubicBezTo>
                  <a:cubicBezTo>
                    <a:pt x="70" y="4"/>
                    <a:pt x="66" y="12"/>
                    <a:pt x="63" y="19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1" y="2"/>
                    <a:pt x="47" y="0"/>
                    <a:pt x="46" y="6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0" y="13"/>
                    <a:pt x="36" y="4"/>
                    <a:pt x="28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11"/>
                    <a:pt x="7" y="13"/>
                    <a:pt x="20" y="12"/>
                  </a:cubicBezTo>
                  <a:cubicBezTo>
                    <a:pt x="22" y="17"/>
                    <a:pt x="22" y="17"/>
                    <a:pt x="22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2" y="24"/>
                    <a:pt x="14" y="25"/>
                    <a:pt x="25" y="24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35"/>
                    <a:pt x="22" y="38"/>
                    <a:pt x="31" y="37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7" y="47"/>
                    <a:pt x="29" y="50"/>
                    <a:pt x="36" y="49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4" y="60"/>
                    <a:pt x="37" y="60"/>
                    <a:pt x="41" y="61"/>
                  </a:cubicBezTo>
                  <a:cubicBezTo>
                    <a:pt x="44" y="61"/>
                    <a:pt x="45" y="67"/>
                    <a:pt x="41" y="69"/>
                  </a:cubicBezTo>
                  <a:cubicBezTo>
                    <a:pt x="52" y="88"/>
                    <a:pt x="52" y="88"/>
                    <a:pt x="52" y="88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0" y="67"/>
                    <a:pt x="61" y="61"/>
                    <a:pt x="64" y="61"/>
                  </a:cubicBezTo>
                  <a:cubicBezTo>
                    <a:pt x="68" y="60"/>
                    <a:pt x="71" y="60"/>
                    <a:pt x="73" y="54"/>
                  </a:cubicBezTo>
                  <a:cubicBezTo>
                    <a:pt x="67" y="54"/>
                    <a:pt x="67" y="54"/>
                    <a:pt x="67" y="54"/>
                  </a:cubicBezTo>
                  <a:cubicBezTo>
                    <a:pt x="69" y="49"/>
                    <a:pt x="69" y="49"/>
                    <a:pt x="69" y="49"/>
                  </a:cubicBezTo>
                  <a:cubicBezTo>
                    <a:pt x="76" y="50"/>
                    <a:pt x="78" y="47"/>
                    <a:pt x="81" y="42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4" y="37"/>
                    <a:pt x="74" y="37"/>
                    <a:pt x="74" y="37"/>
                  </a:cubicBezTo>
                  <a:cubicBezTo>
                    <a:pt x="83" y="38"/>
                    <a:pt x="86" y="35"/>
                    <a:pt x="88" y="30"/>
                  </a:cubicBezTo>
                  <a:cubicBezTo>
                    <a:pt x="77" y="30"/>
                    <a:pt x="77" y="30"/>
                    <a:pt x="77" y="30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91" y="25"/>
                    <a:pt x="93" y="24"/>
                    <a:pt x="97" y="17"/>
                  </a:cubicBezTo>
                  <a:cubicBezTo>
                    <a:pt x="83" y="17"/>
                    <a:pt x="83" y="17"/>
                    <a:pt x="83" y="17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98" y="13"/>
                    <a:pt x="101" y="11"/>
                    <a:pt x="105" y="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 162">
              <a:extLst>
                <a:ext uri="{FF2B5EF4-FFF2-40B4-BE49-F238E27FC236}">
                  <a16:creationId xmlns:a16="http://schemas.microsoft.com/office/drawing/2014/main" id="{95C96828-6996-55BC-FFF5-E6C97A034D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25900" y="1477683"/>
              <a:ext cx="174625" cy="115888"/>
            </a:xfrm>
            <a:custGeom>
              <a:avLst/>
              <a:gdLst>
                <a:gd name="T0" fmla="*/ 40 w 41"/>
                <a:gd name="T1" fmla="*/ 9 h 27"/>
                <a:gd name="T2" fmla="*/ 38 w 41"/>
                <a:gd name="T3" fmla="*/ 8 h 27"/>
                <a:gd name="T4" fmla="*/ 37 w 41"/>
                <a:gd name="T5" fmla="*/ 7 h 27"/>
                <a:gd name="T6" fmla="*/ 39 w 41"/>
                <a:gd name="T7" fmla="*/ 6 h 27"/>
                <a:gd name="T8" fmla="*/ 41 w 41"/>
                <a:gd name="T9" fmla="*/ 3 h 27"/>
                <a:gd name="T10" fmla="*/ 34 w 41"/>
                <a:gd name="T11" fmla="*/ 3 h 27"/>
                <a:gd name="T12" fmla="*/ 28 w 41"/>
                <a:gd name="T13" fmla="*/ 1 h 27"/>
                <a:gd name="T14" fmla="*/ 28 w 41"/>
                <a:gd name="T15" fmla="*/ 3 h 27"/>
                <a:gd name="T16" fmla="*/ 27 w 41"/>
                <a:gd name="T17" fmla="*/ 4 h 27"/>
                <a:gd name="T18" fmla="*/ 27 w 41"/>
                <a:gd name="T19" fmla="*/ 4 h 27"/>
                <a:gd name="T20" fmla="*/ 27 w 41"/>
                <a:gd name="T21" fmla="*/ 6 h 27"/>
                <a:gd name="T22" fmla="*/ 26 w 41"/>
                <a:gd name="T23" fmla="*/ 6 h 27"/>
                <a:gd name="T24" fmla="*/ 24 w 41"/>
                <a:gd name="T25" fmla="*/ 5 h 27"/>
                <a:gd name="T26" fmla="*/ 22 w 41"/>
                <a:gd name="T27" fmla="*/ 7 h 27"/>
                <a:gd name="T28" fmla="*/ 22 w 41"/>
                <a:gd name="T29" fmla="*/ 9 h 27"/>
                <a:gd name="T30" fmla="*/ 24 w 41"/>
                <a:gd name="T31" fmla="*/ 9 h 27"/>
                <a:gd name="T32" fmla="*/ 26 w 41"/>
                <a:gd name="T33" fmla="*/ 10 h 27"/>
                <a:gd name="T34" fmla="*/ 23 w 41"/>
                <a:gd name="T35" fmla="*/ 12 h 27"/>
                <a:gd name="T36" fmla="*/ 20 w 41"/>
                <a:gd name="T37" fmla="*/ 11 h 27"/>
                <a:gd name="T38" fmla="*/ 10 w 41"/>
                <a:gd name="T39" fmla="*/ 9 h 27"/>
                <a:gd name="T40" fmla="*/ 10 w 41"/>
                <a:gd name="T41" fmla="*/ 10 h 27"/>
                <a:gd name="T42" fmla="*/ 15 w 41"/>
                <a:gd name="T43" fmla="*/ 13 h 27"/>
                <a:gd name="T44" fmla="*/ 25 w 41"/>
                <a:gd name="T45" fmla="*/ 16 h 27"/>
                <a:gd name="T46" fmla="*/ 24 w 41"/>
                <a:gd name="T47" fmla="*/ 17 h 27"/>
                <a:gd name="T48" fmla="*/ 19 w 41"/>
                <a:gd name="T49" fmla="*/ 16 h 27"/>
                <a:gd name="T50" fmla="*/ 15 w 41"/>
                <a:gd name="T51" fmla="*/ 16 h 27"/>
                <a:gd name="T52" fmla="*/ 14 w 41"/>
                <a:gd name="T53" fmla="*/ 16 h 27"/>
                <a:gd name="T54" fmla="*/ 3 w 41"/>
                <a:gd name="T55" fmla="*/ 12 h 27"/>
                <a:gd name="T56" fmla="*/ 1 w 41"/>
                <a:gd name="T57" fmla="*/ 10 h 27"/>
                <a:gd name="T58" fmla="*/ 2 w 41"/>
                <a:gd name="T59" fmla="*/ 16 h 27"/>
                <a:gd name="T60" fmla="*/ 10 w 41"/>
                <a:gd name="T61" fmla="*/ 19 h 27"/>
                <a:gd name="T62" fmla="*/ 10 w 41"/>
                <a:gd name="T63" fmla="*/ 20 h 27"/>
                <a:gd name="T64" fmla="*/ 7 w 41"/>
                <a:gd name="T65" fmla="*/ 22 h 27"/>
                <a:gd name="T66" fmla="*/ 3 w 41"/>
                <a:gd name="T67" fmla="*/ 21 h 27"/>
                <a:gd name="T68" fmla="*/ 7 w 41"/>
                <a:gd name="T69" fmla="*/ 27 h 27"/>
                <a:gd name="T70" fmla="*/ 8 w 41"/>
                <a:gd name="T71" fmla="*/ 27 h 27"/>
                <a:gd name="T72" fmla="*/ 14 w 41"/>
                <a:gd name="T73" fmla="*/ 22 h 27"/>
                <a:gd name="T74" fmla="*/ 18 w 41"/>
                <a:gd name="T75" fmla="*/ 23 h 27"/>
                <a:gd name="T76" fmla="*/ 17 w 41"/>
                <a:gd name="T77" fmla="*/ 18 h 27"/>
                <a:gd name="T78" fmla="*/ 18 w 41"/>
                <a:gd name="T79" fmla="*/ 17 h 27"/>
                <a:gd name="T80" fmla="*/ 24 w 41"/>
                <a:gd name="T81" fmla="*/ 18 h 27"/>
                <a:gd name="T82" fmla="*/ 28 w 41"/>
                <a:gd name="T83" fmla="*/ 20 h 27"/>
                <a:gd name="T84" fmla="*/ 31 w 41"/>
                <a:gd name="T85" fmla="*/ 17 h 27"/>
                <a:gd name="T86" fmla="*/ 31 w 41"/>
                <a:gd name="T87" fmla="*/ 16 h 27"/>
                <a:gd name="T88" fmla="*/ 40 w 41"/>
                <a:gd name="T89" fmla="*/ 11 h 27"/>
                <a:gd name="T90" fmla="*/ 29 w 41"/>
                <a:gd name="T91" fmla="*/ 12 h 27"/>
                <a:gd name="T92" fmla="*/ 30 w 41"/>
                <a:gd name="T93" fmla="*/ 10 h 27"/>
                <a:gd name="T94" fmla="*/ 28 w 41"/>
                <a:gd name="T95" fmla="*/ 10 h 27"/>
                <a:gd name="T96" fmla="*/ 29 w 41"/>
                <a:gd name="T97" fmla="*/ 9 h 27"/>
                <a:gd name="T98" fmla="*/ 32 w 41"/>
                <a:gd name="T99" fmla="*/ 8 h 27"/>
                <a:gd name="T100" fmla="*/ 34 w 41"/>
                <a:gd name="T101" fmla="*/ 11 h 27"/>
                <a:gd name="T102" fmla="*/ 29 w 41"/>
                <a:gd name="T10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1" h="27">
                  <a:moveTo>
                    <a:pt x="40" y="11"/>
                  </a:moveTo>
                  <a:cubicBezTo>
                    <a:pt x="40" y="10"/>
                    <a:pt x="40" y="10"/>
                    <a:pt x="40" y="10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9"/>
                    <a:pt x="39" y="8"/>
                    <a:pt x="39" y="8"/>
                  </a:cubicBezTo>
                  <a:cubicBezTo>
                    <a:pt x="39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7" y="8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8" y="6"/>
                    <a:pt x="38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5"/>
                    <a:pt x="41" y="4"/>
                    <a:pt x="41" y="3"/>
                  </a:cubicBezTo>
                  <a:cubicBezTo>
                    <a:pt x="41" y="2"/>
                    <a:pt x="40" y="2"/>
                    <a:pt x="39" y="2"/>
                  </a:cubicBezTo>
                  <a:cubicBezTo>
                    <a:pt x="38" y="2"/>
                    <a:pt x="37" y="2"/>
                    <a:pt x="36" y="3"/>
                  </a:cubicBezTo>
                  <a:cubicBezTo>
                    <a:pt x="36" y="3"/>
                    <a:pt x="35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2" y="2"/>
                    <a:pt x="32" y="2"/>
                    <a:pt x="28" y="0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28" y="2"/>
                    <a:pt x="28" y="2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5"/>
                    <a:pt x="26" y="5"/>
                    <a:pt x="25" y="5"/>
                  </a:cubicBezTo>
                  <a:cubicBezTo>
                    <a:pt x="25" y="5"/>
                    <a:pt x="25" y="4"/>
                    <a:pt x="25" y="4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5"/>
                    <a:pt x="24" y="5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3" y="7"/>
                    <a:pt x="22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0" y="7"/>
                    <a:pt x="20" y="7"/>
                  </a:cubicBezTo>
                  <a:cubicBezTo>
                    <a:pt x="20" y="9"/>
                    <a:pt x="21" y="9"/>
                    <a:pt x="22" y="9"/>
                  </a:cubicBezTo>
                  <a:cubicBezTo>
                    <a:pt x="22" y="9"/>
                    <a:pt x="23" y="9"/>
                    <a:pt x="23" y="9"/>
                  </a:cubicBezTo>
                  <a:cubicBezTo>
                    <a:pt x="23" y="9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4" y="10"/>
                    <a:pt x="24" y="11"/>
                    <a:pt x="24" y="11"/>
                  </a:cubicBezTo>
                  <a:cubicBezTo>
                    <a:pt x="23" y="11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2" y="12"/>
                    <a:pt x="21" y="12"/>
                    <a:pt x="20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7" y="11"/>
                    <a:pt x="14" y="10"/>
                    <a:pt x="12" y="9"/>
                  </a:cubicBezTo>
                  <a:cubicBezTo>
                    <a:pt x="11" y="9"/>
                    <a:pt x="11" y="9"/>
                    <a:pt x="1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10" y="10"/>
                    <a:pt x="10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11"/>
                    <a:pt x="11" y="12"/>
                    <a:pt x="12" y="13"/>
                  </a:cubicBezTo>
                  <a:cubicBezTo>
                    <a:pt x="13" y="13"/>
                    <a:pt x="14" y="13"/>
                    <a:pt x="15" y="13"/>
                  </a:cubicBezTo>
                  <a:cubicBezTo>
                    <a:pt x="18" y="14"/>
                    <a:pt x="21" y="14"/>
                    <a:pt x="24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3" y="17"/>
                    <a:pt x="23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0" y="16"/>
                    <a:pt x="20" y="16"/>
                    <a:pt x="19" y="16"/>
                  </a:cubicBezTo>
                  <a:cubicBezTo>
                    <a:pt x="18" y="15"/>
                    <a:pt x="17" y="15"/>
                    <a:pt x="17" y="15"/>
                  </a:cubicBezTo>
                  <a:cubicBezTo>
                    <a:pt x="16" y="15"/>
                    <a:pt x="16" y="15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3" y="16"/>
                  </a:cubicBezTo>
                  <a:cubicBezTo>
                    <a:pt x="12" y="15"/>
                    <a:pt x="11" y="15"/>
                    <a:pt x="11" y="15"/>
                  </a:cubicBezTo>
                  <a:cubicBezTo>
                    <a:pt x="8" y="14"/>
                    <a:pt x="5" y="13"/>
                    <a:pt x="3" y="12"/>
                  </a:cubicBezTo>
                  <a:cubicBezTo>
                    <a:pt x="2" y="11"/>
                    <a:pt x="2" y="11"/>
                    <a:pt x="2" y="10"/>
                  </a:cubicBezTo>
                  <a:cubicBezTo>
                    <a:pt x="2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0"/>
                    <a:pt x="1" y="10"/>
                    <a:pt x="0" y="10"/>
                  </a:cubicBezTo>
                  <a:cubicBezTo>
                    <a:pt x="0" y="12"/>
                    <a:pt x="1" y="15"/>
                    <a:pt x="2" y="16"/>
                  </a:cubicBezTo>
                  <a:cubicBezTo>
                    <a:pt x="3" y="17"/>
                    <a:pt x="4" y="17"/>
                    <a:pt x="5" y="17"/>
                  </a:cubicBezTo>
                  <a:cubicBezTo>
                    <a:pt x="7" y="17"/>
                    <a:pt x="8" y="18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0"/>
                    <a:pt x="9" y="21"/>
                    <a:pt x="8" y="21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6" y="22"/>
                    <a:pt x="6" y="22"/>
                  </a:cubicBezTo>
                  <a:cubicBezTo>
                    <a:pt x="5" y="22"/>
                    <a:pt x="4" y="22"/>
                    <a:pt x="3" y="21"/>
                  </a:cubicBezTo>
                  <a:cubicBezTo>
                    <a:pt x="3" y="21"/>
                    <a:pt x="3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3" y="23"/>
                    <a:pt x="5" y="25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10" y="27"/>
                    <a:pt x="11" y="25"/>
                    <a:pt x="13" y="24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7" y="22"/>
                    <a:pt x="18" y="23"/>
                  </a:cubicBezTo>
                  <a:cubicBezTo>
                    <a:pt x="19" y="22"/>
                    <a:pt x="20" y="21"/>
                    <a:pt x="20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8" y="19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0" y="17"/>
                    <a:pt x="22" y="17"/>
                    <a:pt x="24" y="18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7" y="20"/>
                    <a:pt x="27" y="20"/>
                    <a:pt x="28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0" y="19"/>
                    <a:pt x="30" y="18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0" y="17"/>
                    <a:pt x="30" y="17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4" y="15"/>
                    <a:pt x="37" y="14"/>
                    <a:pt x="39" y="13"/>
                  </a:cubicBezTo>
                  <a:cubicBezTo>
                    <a:pt x="40" y="13"/>
                    <a:pt x="40" y="13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moveTo>
                    <a:pt x="29" y="12"/>
                  </a:moveTo>
                  <a:cubicBezTo>
                    <a:pt x="29" y="12"/>
                    <a:pt x="29" y="12"/>
                    <a:pt x="29" y="12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0" y="11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4" y="9"/>
                    <a:pt x="34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3" y="13"/>
                    <a:pt x="31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 163">
              <a:extLst>
                <a:ext uri="{FF2B5EF4-FFF2-40B4-BE49-F238E27FC236}">
                  <a16:creationId xmlns:a16="http://schemas.microsoft.com/office/drawing/2014/main" id="{37B7D6D2-9D3E-9C48-E6D3-AD21B9DBD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163" y="1460221"/>
              <a:ext cx="25400" cy="47625"/>
            </a:xfrm>
            <a:custGeom>
              <a:avLst/>
              <a:gdLst>
                <a:gd name="T0" fmla="*/ 2 w 6"/>
                <a:gd name="T1" fmla="*/ 11 h 11"/>
                <a:gd name="T2" fmla="*/ 0 w 6"/>
                <a:gd name="T3" fmla="*/ 11 h 11"/>
                <a:gd name="T4" fmla="*/ 1 w 6"/>
                <a:gd name="T5" fmla="*/ 7 h 11"/>
                <a:gd name="T6" fmla="*/ 2 w 6"/>
                <a:gd name="T7" fmla="*/ 6 h 11"/>
                <a:gd name="T8" fmla="*/ 2 w 6"/>
                <a:gd name="T9" fmla="*/ 6 h 11"/>
                <a:gd name="T10" fmla="*/ 2 w 6"/>
                <a:gd name="T11" fmla="*/ 6 h 11"/>
                <a:gd name="T12" fmla="*/ 3 w 6"/>
                <a:gd name="T13" fmla="*/ 4 h 11"/>
                <a:gd name="T14" fmla="*/ 3 w 6"/>
                <a:gd name="T15" fmla="*/ 3 h 11"/>
                <a:gd name="T16" fmla="*/ 5 w 6"/>
                <a:gd name="T17" fmla="*/ 0 h 11"/>
                <a:gd name="T18" fmla="*/ 6 w 6"/>
                <a:gd name="T19" fmla="*/ 0 h 11"/>
                <a:gd name="T20" fmla="*/ 6 w 6"/>
                <a:gd name="T21" fmla="*/ 2 h 11"/>
                <a:gd name="T22" fmla="*/ 6 w 6"/>
                <a:gd name="T23" fmla="*/ 2 h 11"/>
                <a:gd name="T24" fmla="*/ 6 w 6"/>
                <a:gd name="T25" fmla="*/ 3 h 11"/>
                <a:gd name="T26" fmla="*/ 6 w 6"/>
                <a:gd name="T27" fmla="*/ 6 h 11"/>
                <a:gd name="T28" fmla="*/ 6 w 6"/>
                <a:gd name="T29" fmla="*/ 6 h 11"/>
                <a:gd name="T30" fmla="*/ 6 w 6"/>
                <a:gd name="T31" fmla="*/ 7 h 11"/>
                <a:gd name="T32" fmla="*/ 4 w 6"/>
                <a:gd name="T33" fmla="*/ 10 h 11"/>
                <a:gd name="T34" fmla="*/ 4 w 6"/>
                <a:gd name="T35" fmla="*/ 11 h 11"/>
                <a:gd name="T36" fmla="*/ 3 w 6"/>
                <a:gd name="T37" fmla="*/ 11 h 11"/>
                <a:gd name="T38" fmla="*/ 2 w 6"/>
                <a:gd name="T39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" h="11">
                  <a:moveTo>
                    <a:pt x="2" y="11"/>
                  </a:moveTo>
                  <a:cubicBezTo>
                    <a:pt x="1" y="11"/>
                    <a:pt x="0" y="11"/>
                    <a:pt x="0" y="11"/>
                  </a:cubicBezTo>
                  <a:cubicBezTo>
                    <a:pt x="0" y="10"/>
                    <a:pt x="1" y="8"/>
                    <a:pt x="1" y="7"/>
                  </a:cubicBezTo>
                  <a:cubicBezTo>
                    <a:pt x="1" y="7"/>
                    <a:pt x="2" y="7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4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4" y="1"/>
                    <a:pt x="4" y="0"/>
                    <a:pt x="5" y="0"/>
                  </a:cubicBezTo>
                  <a:cubicBezTo>
                    <a:pt x="5" y="0"/>
                    <a:pt x="6" y="0"/>
                    <a:pt x="6" y="0"/>
                  </a:cubicBezTo>
                  <a:cubicBezTo>
                    <a:pt x="6" y="1"/>
                    <a:pt x="6" y="1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3"/>
                  </a:cubicBezTo>
                  <a:cubicBezTo>
                    <a:pt x="6" y="4"/>
                    <a:pt x="6" y="5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5" y="8"/>
                    <a:pt x="5" y="10"/>
                    <a:pt x="4" y="1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3" y="11"/>
                    <a:pt x="2" y="11"/>
                    <a:pt x="2" y="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 164">
              <a:extLst>
                <a:ext uri="{FF2B5EF4-FFF2-40B4-BE49-F238E27FC236}">
                  <a16:creationId xmlns:a16="http://schemas.microsoft.com/office/drawing/2014/main" id="{8F1D2E4F-00D0-6D05-4F16-16BE87C1F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163" y="1460221"/>
              <a:ext cx="25400" cy="47625"/>
            </a:xfrm>
            <a:custGeom>
              <a:avLst/>
              <a:gdLst>
                <a:gd name="T0" fmla="*/ 2 w 6"/>
                <a:gd name="T1" fmla="*/ 11 h 11"/>
                <a:gd name="T2" fmla="*/ 2 w 6"/>
                <a:gd name="T3" fmla="*/ 11 h 11"/>
                <a:gd name="T4" fmla="*/ 3 w 6"/>
                <a:gd name="T5" fmla="*/ 11 h 11"/>
                <a:gd name="T6" fmla="*/ 4 w 6"/>
                <a:gd name="T7" fmla="*/ 11 h 11"/>
                <a:gd name="T8" fmla="*/ 4 w 6"/>
                <a:gd name="T9" fmla="*/ 10 h 11"/>
                <a:gd name="T10" fmla="*/ 6 w 6"/>
                <a:gd name="T11" fmla="*/ 7 h 11"/>
                <a:gd name="T12" fmla="*/ 6 w 6"/>
                <a:gd name="T13" fmla="*/ 6 h 11"/>
                <a:gd name="T14" fmla="*/ 6 w 6"/>
                <a:gd name="T15" fmla="*/ 6 h 11"/>
                <a:gd name="T16" fmla="*/ 6 w 6"/>
                <a:gd name="T17" fmla="*/ 3 h 11"/>
                <a:gd name="T18" fmla="*/ 6 w 6"/>
                <a:gd name="T19" fmla="*/ 2 h 11"/>
                <a:gd name="T20" fmla="*/ 6 w 6"/>
                <a:gd name="T21" fmla="*/ 2 h 11"/>
                <a:gd name="T22" fmla="*/ 6 w 6"/>
                <a:gd name="T23" fmla="*/ 2 h 11"/>
                <a:gd name="T24" fmla="*/ 6 w 6"/>
                <a:gd name="T25" fmla="*/ 0 h 11"/>
                <a:gd name="T26" fmla="*/ 5 w 6"/>
                <a:gd name="T27" fmla="*/ 0 h 11"/>
                <a:gd name="T28" fmla="*/ 3 w 6"/>
                <a:gd name="T29" fmla="*/ 3 h 11"/>
                <a:gd name="T30" fmla="*/ 3 w 6"/>
                <a:gd name="T31" fmla="*/ 4 h 11"/>
                <a:gd name="T32" fmla="*/ 2 w 6"/>
                <a:gd name="T33" fmla="*/ 6 h 11"/>
                <a:gd name="T34" fmla="*/ 2 w 6"/>
                <a:gd name="T35" fmla="*/ 6 h 11"/>
                <a:gd name="T36" fmla="*/ 2 w 6"/>
                <a:gd name="T37" fmla="*/ 6 h 11"/>
                <a:gd name="T38" fmla="*/ 1 w 6"/>
                <a:gd name="T39" fmla="*/ 7 h 11"/>
                <a:gd name="T40" fmla="*/ 0 w 6"/>
                <a:gd name="T41" fmla="*/ 11 h 11"/>
                <a:gd name="T42" fmla="*/ 2 w 6"/>
                <a:gd name="T4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" h="11">
                  <a:moveTo>
                    <a:pt x="2" y="11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9"/>
                    <a:pt x="5" y="8"/>
                    <a:pt x="6" y="7"/>
                  </a:cubicBezTo>
                  <a:cubicBezTo>
                    <a:pt x="6" y="7"/>
                    <a:pt x="6" y="6"/>
                    <a:pt x="6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6" y="5"/>
                    <a:pt x="6" y="4"/>
                    <a:pt x="6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6" y="1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4" y="1"/>
                    <a:pt x="3" y="3"/>
                  </a:cubicBezTo>
                  <a:cubicBezTo>
                    <a:pt x="3" y="3"/>
                    <a:pt x="3" y="4"/>
                    <a:pt x="3" y="4"/>
                  </a:cubicBezTo>
                  <a:cubicBezTo>
                    <a:pt x="3" y="5"/>
                    <a:pt x="2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8"/>
                    <a:pt x="0" y="10"/>
                    <a:pt x="0" y="11"/>
                  </a:cubicBezTo>
                  <a:cubicBezTo>
                    <a:pt x="0" y="11"/>
                    <a:pt x="1" y="11"/>
                    <a:pt x="2" y="11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 165">
              <a:extLst>
                <a:ext uri="{FF2B5EF4-FFF2-40B4-BE49-F238E27FC236}">
                  <a16:creationId xmlns:a16="http://schemas.microsoft.com/office/drawing/2014/main" id="{4E9688BC-1C7B-4FBB-7DAD-A4EB6C599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000" y="1482446"/>
              <a:ext cx="22225" cy="20638"/>
            </a:xfrm>
            <a:custGeom>
              <a:avLst/>
              <a:gdLst>
                <a:gd name="T0" fmla="*/ 3 w 5"/>
                <a:gd name="T1" fmla="*/ 5 h 5"/>
                <a:gd name="T2" fmla="*/ 1 w 5"/>
                <a:gd name="T3" fmla="*/ 4 h 5"/>
                <a:gd name="T4" fmla="*/ 4 w 5"/>
                <a:gd name="T5" fmla="*/ 0 h 5"/>
                <a:gd name="T6" fmla="*/ 5 w 5"/>
                <a:gd name="T7" fmla="*/ 1 h 5"/>
                <a:gd name="T8" fmla="*/ 4 w 5"/>
                <a:gd name="T9" fmla="*/ 4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2" y="5"/>
                    <a:pt x="2" y="5"/>
                    <a:pt x="1" y="4"/>
                  </a:cubicBezTo>
                  <a:cubicBezTo>
                    <a:pt x="0" y="2"/>
                    <a:pt x="4" y="0"/>
                    <a:pt x="4" y="0"/>
                  </a:cubicBezTo>
                  <a:cubicBezTo>
                    <a:pt x="5" y="0"/>
                    <a:pt x="5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3" y="5"/>
                    <a:pt x="3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 166">
              <a:extLst>
                <a:ext uri="{FF2B5EF4-FFF2-40B4-BE49-F238E27FC236}">
                  <a16:creationId xmlns:a16="http://schemas.microsoft.com/office/drawing/2014/main" id="{D75D8F8F-9BDE-EAE7-6BC6-E6C3A451C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000" y="1482446"/>
              <a:ext cx="22225" cy="20638"/>
            </a:xfrm>
            <a:custGeom>
              <a:avLst/>
              <a:gdLst>
                <a:gd name="T0" fmla="*/ 3 w 5"/>
                <a:gd name="T1" fmla="*/ 5 h 5"/>
                <a:gd name="T2" fmla="*/ 3 w 5"/>
                <a:gd name="T3" fmla="*/ 5 h 5"/>
                <a:gd name="T4" fmla="*/ 4 w 5"/>
                <a:gd name="T5" fmla="*/ 4 h 5"/>
                <a:gd name="T6" fmla="*/ 5 w 5"/>
                <a:gd name="T7" fmla="*/ 1 h 5"/>
                <a:gd name="T8" fmla="*/ 4 w 5"/>
                <a:gd name="T9" fmla="*/ 0 h 5"/>
                <a:gd name="T10" fmla="*/ 1 w 5"/>
                <a:gd name="T11" fmla="*/ 4 h 5"/>
                <a:gd name="T12" fmla="*/ 3 w 5"/>
                <a:gd name="T13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4" y="4"/>
                  </a:cubicBezTo>
                  <a:cubicBezTo>
                    <a:pt x="5" y="3"/>
                    <a:pt x="5" y="2"/>
                    <a:pt x="5" y="1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4" y="0"/>
                    <a:pt x="0" y="2"/>
                    <a:pt x="1" y="4"/>
                  </a:cubicBezTo>
                  <a:cubicBezTo>
                    <a:pt x="2" y="5"/>
                    <a:pt x="2" y="5"/>
                    <a:pt x="3" y="5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4757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442</Words>
  <Application>Microsoft Office PowerPoint</Application>
  <PresentationFormat>宽屏</PresentationFormat>
  <Paragraphs>62</Paragraphs>
  <Slides>8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方正粗雅宋简体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昊翔 庄</dc:creator>
  <cp:lastModifiedBy>昊翔 庄</cp:lastModifiedBy>
  <cp:revision>18</cp:revision>
  <dcterms:created xsi:type="dcterms:W3CDTF">2026-01-04T15:06:10Z</dcterms:created>
  <dcterms:modified xsi:type="dcterms:W3CDTF">2026-01-05T03:50:47Z</dcterms:modified>
</cp:coreProperties>
</file>