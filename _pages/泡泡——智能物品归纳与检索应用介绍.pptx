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51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大家好，今天我将向大家介绍一款革命性的智能收纳应用——泡泡。它旨在解决我们日常生活中普遍存在的物品寻找与整理难题，通过AI技术，让我们的生活变得更加井然有序。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本次介绍将分为五个部分。首先，我们将明确泡泡的产品定义；接着，深入了解我们的目标用户；然后，通过具体场景展示泡泡的使用方式；之后，阐述泡泡带来的核心价值；最后，揭秘其背后的AI赋能机制。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泡泡，顾名思义，它像一个气泡一样，将您生活中的物品包裹起来，形成一个有序的数字空间。我们的定位非常清晰：做一款以可视化空间结构为核心的智能收纳应用。我们的愿景是让寻找成为一种笃定，让归位成为一种轻松，帮助用户建立一个低焦虑的生活环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泡泡的核心功能围绕着“可视化”和“智能化”展开。从构建您家的数字孪生地图，到AI辅助的物品录入，再到智能检索和归位提醒，每一个功能都旨在简化您的物品管理流程，让一切变得简单直观。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那么，泡泡究竟是为谁设计的呢？接下来，我们将深入了解几类典型的用户画像，看看他们在生活中遇到了哪些痛点。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“易忘族”，他们总是在出门前疯狂寻找钥匙，泡泡能帮他们把找东西的时间从十几分钟缩短到几秒钟。然后是“整理爱好者”，他们热爱整洁，但苦于繁琐的记录工作，泡泡提供了一种美观且几乎无感的记录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“多空间用户”，他们的物品分散在不同地点，泡泡能帮助他们清晰地记住每样东西的位置，避免重复购买。而“特定收藏者”，无论是乐高还是茶叶，泡泡都能帮助他们精细化管理藏品，确保每件宝贝都完好无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在家庭场景中，“家庭协同需求者”可以通过泡泡共享物品信息，减少不必要的家庭摩擦。对于“独居老人”或“双职工家庭”，泡泡的追踪和提醒功能能极大地提升居家安全感，让生活更安心。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了解了我们的用户，现在让我们通过几个具体的场景，来看看泡泡是如何在日常生活中发挥作用的。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想象一下，周一早上你快要迟到了，找不到车钥匙。只需打开泡泡，搜索一下，它会立刻告诉你钥匙在哪，甚至还会告诉你旁边还有什么。新买的东西，比如药膏，拍张照就能轻松录入系统，AI还会贴心地推荐存放位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泡泡还能帮助你养成好习惯。用完东西忘记放回？它会温柔地提醒你。当你不确定东西在哪时，还可以像逛地图一样，逐层打开柜子查看里面有什么，这种探索式的查找方式也充满乐趣。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用户的需求归纳为功能性和非功能性两大类。功能上，我们确保了从空间管理到习惯分析的全流程覆盖。非功能上，我们对易用性、性能、安全隐私和可扩展性都提出了明确的要求，确保泡泡是一款高品质的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泡泡的价值是双重的。对用户而言，它能节省时间、减少焦虑、避免浪费，并帮助养成好习惯。对社会而言，它推动了智能收纳的普及，倡导了可持续消费，更探索了AI技术在日常生活中的温暖应用方式。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泡泡的智能核心在于一个强大的AI Agent。它不是一个聊天机器人，而是一个专注于物品管理的智能助手。从物品建档、分类、搜索到追踪提醒，AI在每个环节都扮演着高效辅助的角色。但我们始终坚持一个核心原则：AI只提供建议，最终的决定权永远在用户手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设计的AI介入机制，旨在让AI成为您的“收纳搭档”，而不是一个发号施令的管家。我们强调AI操作的可见性、用户的可干预性以及介入时机的合理性，确保用户始终处于主导地位，享受科技带来的便利而不是被其束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最后，我们希望泡泡能成为您生活中的好伙伴，让每一次寻找都笃定，每一次归位都轻松。感谢大家的聆听。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svg"/><Relationship Id="rId3" Type="http://schemas.openxmlformats.org/officeDocument/2006/relationships/image" Target="../media/image2.jpeg"/><Relationship Id="rId7" Type="http://schemas.openxmlformats.org/officeDocument/2006/relationships/image" Target="../media/image31.svg"/><Relationship Id="rId12" Type="http://schemas.openxmlformats.org/officeDocument/2006/relationships/image" Target="../media/image3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2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Relationship Id="rId9" Type="http://schemas.openxmlformats.org/officeDocument/2006/relationships/image" Target="../media/image4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Relationship Id="rId9" Type="http://schemas.openxmlformats.org/officeDocument/2006/relationships/image" Target="../media/image4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48.svg"/><Relationship Id="rId4" Type="http://schemas.openxmlformats.org/officeDocument/2006/relationships/image" Target="../media/image4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泡泡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5000" y="4826000"/>
            <a:ext cx="1092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智能物品归纳与检索，让杂乱的物品各归其位，使您的生活充满从容与秩序。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76200" cy="17780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A7D7C5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2349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产品定义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238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明确品牌身份，确立清晰的愿景与市场定位，构建独一无二的产品核心基石。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159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81500" y="2159000"/>
            <a:ext cx="76200" cy="17780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635500" y="2286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A7D7C5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524500" y="2349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用户画像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3238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深入洞察目标群体的真实需求与行为特征，精准描绘我们要服务和解决问题的核心用户。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2159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001000" y="2159000"/>
            <a:ext cx="76200" cy="17780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255000" y="2286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A7D7C5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144000" y="2349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使用场景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8255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55000" y="3238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探索“泡泡”如何无缝融入日常生活的方方面面，从细微处提升用户的生活体验。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4445000"/>
            <a:ext cx="52324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62000" y="4445000"/>
            <a:ext cx="76200" cy="16510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16000" y="4572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A7D7C5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905000" y="4635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9291">
            <a:off x="1016009" y="526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1016000" y="5397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聚焦产品带来的关键改变，无论是效率提升还是情感连接，都致力于为用户创造真实、持久的价值。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197600" y="4445000"/>
            <a:ext cx="52324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197600" y="4445000"/>
            <a:ext cx="76200" cy="16510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451600" y="4572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A7D7C5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40600" y="4635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9291">
            <a:off x="6451609" y="526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6451600" y="5397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揭秘智能体验背后的技术逻辑，展示AI如何驱动产品决策，让服务更懂人心、更具温度。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产品定义：让AI接管物品收纳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495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/ 产品名称：泡泡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让AI接管物品收纳整理和提醒，因为它需要规模化、自动化的管理能力。对于物品繁多、习惯随手放置的人群，“泡泡”如同一个温柔的容器，将散落的物品信息聚合，帮助用户建立清晰的物品认知，告别混乱与遗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032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5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349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23495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/ 定位：可视化数字地图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99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99000" y="3302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以可视化空间结构为核心，通过AI辅助完成物品录入与归位提醒。它将物理空间转化为直观的数字地图，精准解决用户在物品管理中“有没有、放在哪、有什么”的三大核心痛点，让收纳管理变得简单、直观、可追踪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032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01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349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23495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/ 愿景：生活秩序伙伴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3302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让每一次寻找都笃定，每一次归位都轻松。“泡泡”不只是管理工具，更是温暖的生活伙伴，通过有仪式感的交互，陪伴用户养成良好习惯，构建整洁、确定且低焦虑的生活环境，重获对生活的掌控感。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9050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98600" y="2057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形象化数据结构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94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支持建立从房间到抽屉、收纳盒的多级空间树，形成可视化的数字孪生收纳地图，让家中物品布局一目了然。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90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1500" y="1905000"/>
            <a:ext cx="76200" cy="19050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095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18100" y="2057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AI辅助录入与归类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2794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拍照即可智能识别物品，AI自动分析并推荐最优类别与存放位置，同时支持用户根据习惯自定义覆盖调整。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90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01000" y="1905000"/>
            <a:ext cx="76200" cy="19050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095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37600" y="2057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智能检索+关联提示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2794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搜索目标物品时，不仅精准显示具体位置，还同步展示同区域内的其他关联物品，让查找更全面、更高效。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318000"/>
            <a:ext cx="5232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431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08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498600" y="447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易读收纳界面 + 动画引导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41">
            <a:off x="1016009" y="50736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1016000" y="5207000"/>
            <a:ext cx="4724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采用清晰的卡片式容器视图，信息层级分明。点击“去找它”按钮，即可播放轻量级引导动画，直观指引用户快速定位物品所在方位。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48400" y="4318000"/>
            <a:ext cx="5232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248400" y="431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02400" y="4508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985000" y="447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用后归位提醒，形成闭环习惯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9241">
            <a:off x="6502409" y="50736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502400" y="5207000"/>
            <a:ext cx="4724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物品使用后，系统会主动推送归位提醒，帮助用户及时将物品放回原处，长期坚持可养成良好的收纳闭环习惯，告别杂乱。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1016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我们为谁解决问题？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98500" y="2540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98500" y="2540000"/>
            <a:ext cx="3429000" cy="76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921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921000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职场新人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952514" y="380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4064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初入职场，面对繁多任务常常手忙脚乱，时间管理混乱，难以在工作与自我成长间找到平衡。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5207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60A38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核心诉求：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需要一套简单易用的规划工具，帮助建立条理清晰的工作节奏，高效完成从校园到职场的过渡。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540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81500" y="2540000"/>
            <a:ext cx="3429000" cy="76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921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461000" y="2921000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自由职业者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380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4064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工作与生活的边界极度模糊，容易陷入过度忙碌或拖延摆烂的极端，缺乏外部约束导致效率不稳定。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5500" y="5207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60A38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核心诉求：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寻求灵活且自律的自我管理方式，在保证产出的同时，能够合理分配休息与工作时间，维持身心平衡。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64500" y="2540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064500" y="2540000"/>
            <a:ext cx="3429000" cy="76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29210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144000" y="2921000"/>
            <a:ext cx="215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全职妈妈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946">
            <a:off x="8318514" y="380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318500" y="4064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被琐碎的育儿与家务填满，时间被切割成无数碎片，几乎没有整块的时间用于自我提升或放松。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18500" y="5207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60A38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核心诉求：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希望能高效利用碎片化时间，在照顾家庭之余，找回自我价值，进行充电学习和个人兴趣的培养。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用户画像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0124" b="10124"/>
          <a:stretch>
            <a:fillRect/>
          </a:stretch>
        </p:blipFill>
        <p:spPr>
          <a:xfrm>
            <a:off x="762000" y="1905000"/>
            <a:ext cx="4953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4953000" cy="1778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4445000"/>
            <a:ext cx="76200" cy="17780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4572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易忘族：寻找的焦虑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822">
            <a:off x="1016009" y="5073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52070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20-40岁的快节奏人群，常因遗忘钥匙、证件陷入寻找焦虑。记忆不可靠导致每次寻找耗时5-15分钟，极大影响出门效率与心情。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89889">
            <a:off x="3937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t="32692" b="32692"/>
          <a:stretch>
            <a:fillRect/>
          </a:stretch>
        </p:blipFill>
        <p:spPr>
          <a:xfrm>
            <a:off x="6477000" y="1905000"/>
            <a:ext cx="4953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6477000" y="4445000"/>
            <a:ext cx="4953000" cy="1778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4445000"/>
            <a:ext cx="76200" cy="17780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731000" y="4572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整理爱好者：无感的秩序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822">
            <a:off x="6731009" y="5073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731000" y="52070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热爱收纳与整洁，却排斥繁琐的标签、Excel记录工作。传统维护方式难坚持，内心渴望一种美观、便捷且“无感”的物品管理体验。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用户画像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8312" b="8312"/>
          <a:stretch>
            <a:fillRect/>
          </a:stretch>
        </p:blipFill>
        <p:spPr>
          <a:xfrm>
            <a:off x="952500" y="2159000"/>
            <a:ext cx="20320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302000" y="2159000"/>
            <a:ext cx="2476500" cy="508000"/>
          </a:xfrm>
          <a:prstGeom prst="roundRect">
            <a:avLst>
              <a:gd name="adj" fmla="val 0"/>
            </a:avLst>
          </a:prstGeom>
          <a:solidFill>
            <a:srgbClr val="A7D7C5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429000" y="2222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多空间用户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302000" y="3048000"/>
            <a:ext cx="2476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物品分散在家中、办公室、父母家等多处地点，缺乏统一的管理方式，空间利用零散。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常混淆物品存放位置，导致重复购置或耗费时间往返寻找，效率低下。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905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t="3125" b="3124"/>
          <a:stretch>
            <a:fillRect/>
          </a:stretch>
        </p:blipFill>
        <p:spPr>
          <a:xfrm>
            <a:off x="6413500" y="2159000"/>
            <a:ext cx="20320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8763000" y="2159000"/>
            <a:ext cx="2476500" cy="508000"/>
          </a:xfrm>
          <a:prstGeom prst="roundRect">
            <a:avLst>
              <a:gd name="adj" fmla="val 0"/>
            </a:avLst>
          </a:prstGeom>
          <a:solidFill>
            <a:srgbClr val="A7D7C5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890000" y="2222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特定收藏者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763000" y="3048000"/>
            <a:ext cx="2476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热衷于收藏酒、茶叶、乐高、手办等物品，对藏品的完整性和保存状态有极高要求。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难以追溯单件藏品的具体存放盒及盒内配件明细，极易造成小零件或附属品丢失。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A7D7C5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59436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无论是物品跨空间分散的管理难题，还是藏品精细化养护的需求，我们的方案都能精准匹配，帮助用户构建清晰、有序的物品管理体系。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用户画像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10714" r="10714"/>
          <a:stretch>
            <a:fillRect/>
          </a:stretch>
        </p:blipFill>
        <p:spPr>
          <a:xfrm>
            <a:off x="1016000" y="2159000"/>
            <a:ext cx="20955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365500" y="2159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家庭协同需求者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4184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43815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与配偶、孩子或室友共享居住空间，物品常被家人移动，生活场景互动性强。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无法同步物品位置信息，经常出现“我明明放在这，谁拿走了”的争执，影响家庭和谐。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86500" y="1905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l="10738" r="10738"/>
          <a:stretch>
            <a:fillRect/>
          </a:stretch>
        </p:blipFill>
        <p:spPr>
          <a:xfrm>
            <a:off x="6540500" y="2159000"/>
            <a:ext cx="20955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8890000" y="2159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独居老人 / 双职工家庭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6540508" y="4184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40500" y="43815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家中物品繁杂但缺乏整理协助，老人记性不佳，双职工则因忙碌无暇关注物品状态。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急需物品状态可追踪与智能提醒功能，以降低关键物品丢失风险，提升居家安全感。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842000"/>
            <a:ext cx="10795000" cy="762000"/>
          </a:xfrm>
          <a:prstGeom prst="roundRect">
            <a:avLst>
              <a:gd name="adj" fmla="val 0"/>
            </a:avLst>
          </a:prstGeom>
          <a:solidFill>
            <a:srgbClr val="A7D7C5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6007100"/>
            <a:ext cx="431800" cy="431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51000" y="594360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针对不同家庭结构的核心痛点，通过物品位置共享与智能追踪提醒，有效化解生活摩擦，为家人构建更安心、有序的居住环境。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762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泡泡如何融入您的生活？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429000" cy="76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2794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79500" y="38100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治愈居家时刻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6370">
            <a:off x="1079515" y="4438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4699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在舒适的家中，泡泡是放松身心的最佳伴侣。无论是午后小憩还是睡前冥想，它都能营造出宁静、温馨的专属氛围，抚平一天的疲惫。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413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1500" y="2413000"/>
            <a:ext cx="3429000" cy="76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794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699000" y="38100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从容通勤旅途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6370">
            <a:off x="4699015" y="4438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99000" y="4699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拥挤的通勤路不再枯燥。泡泡以轻盈便捷的形态陪伴左右，用舒缓的节奏和贴心的提醒，让每一次出发与抵达，都充满安心与从容。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413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01000" y="2413000"/>
            <a:ext cx="3429000" cy="76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2794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318500" y="38100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温馨社交联结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6370">
            <a:off x="8318515" y="4438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18500" y="4699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朋友相聚时，泡泡是气氛的调节剂。它记录美好瞬间，分享趣味点滴，让情感在互动中升温，让每一次相聚都成为难忘的温暖回忆。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2159000"/>
            <a:ext cx="1905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175000" y="2159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急用物品快速寻找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6769">
            <a:off x="3175015" y="26606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D7C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016000" y="43180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针对“易忘族”，在赶时间找不到车钥匙时，打开应用搜索，即可快速定位到玄关挂钩，并附带显示周边关联物品（如门禁卡），通过动画引导一步找回，化解出门前的慌乱。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86500" y="1905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l="16679" r="16679"/>
          <a:stretch>
            <a:fillRect/>
          </a:stretch>
        </p:blipFill>
        <p:spPr>
          <a:xfrm>
            <a:off x="6540500" y="2159000"/>
            <a:ext cx="1905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8699500" y="2159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新物品收纳录入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6769">
            <a:off x="8699515" y="26606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D7C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3" name="AutoShape 13"/>
          <p:cNvSpPr/>
          <p:nvPr/>
        </p:nvSpPr>
        <p:spPr>
          <a:xfrm>
            <a:off x="6540500" y="43180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面向整理爱好者，购入新药膏后，只需拍照上传，AI自动识别物品名称并智能推荐“主卧床头柜药盒”作为收纳位置，同时贴心提醒录入保质期，让物品管理更省心、更科学。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A7D7C5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969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59055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从“被动寻找”到“主动管理”，AI 让物品收纳更智能，让生活中的小确幸触手可及。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3810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4149" r="4149"/>
          <a:stretch>
            <a:fillRect/>
          </a:stretch>
        </p:blipFill>
        <p:spPr>
          <a:xfrm>
            <a:off x="952500" y="1968500"/>
            <a:ext cx="22225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365500" y="19685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57C6B"/>
                </a:solidFill>
                <a:latin typeface="Noto Sans SC"/>
                <a:ea typeface="Noto Sans SC"/>
                <a:cs typeface="Noto Sans SC"/>
                <a:sym typeface="Noto Sans SC"/>
              </a:rPr>
              <a:t>01. 用完提醒与归位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8093">
            <a:off x="3365517" y="2470150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D7C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952500" y="4064000"/>
            <a:ext cx="4889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针对易忘事的用户，当物品长时间未归位时，系统会自动推送温馨通知，引导放回原位。支持“稍后提醒”和“已归位”交互，帮助用户轻松养成规整物品的好习惯，告别杂乱。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1778000"/>
            <a:ext cx="5270500" cy="3810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l="6250" r="6250"/>
          <a:stretch>
            <a:fillRect/>
          </a:stretch>
        </p:blipFill>
        <p:spPr>
          <a:xfrm>
            <a:off x="6350000" y="1968500"/>
            <a:ext cx="22225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8763000" y="19685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57C6B"/>
                </a:solidFill>
                <a:latin typeface="Noto Sans SC"/>
                <a:ea typeface="Noto Sans SC"/>
                <a:cs typeface="Noto Sans SC"/>
                <a:sym typeface="Noto Sans SC"/>
              </a:rPr>
              <a:t>02. 区域关联查询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8093">
            <a:off x="8763017" y="2470150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7D7C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3" name="AutoShape 13"/>
          <p:cNvSpPr/>
          <p:nvPr/>
        </p:nvSpPr>
        <p:spPr>
          <a:xfrm>
            <a:off x="6350000" y="4064000"/>
            <a:ext cx="4889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通过导航树逐层探索“厨房-水槽下柜”等区域，卡片视图直观展示柜内所有物品，快速定位目标。同时还能智能识别物品余量，比如发现洗洁精不足时及时提示，让家庭物品管理更高效。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8420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A7D7C5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2500" y="59436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无论是防止物品遗落，还是快速查找收纳，泡泡都以温暖、贴心的方式，让家庭物品管理变得简单又有趣。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需求归纳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70500" cy="609600"/>
          </a:xfrm>
          <a:prstGeom prst="roundRect">
            <a:avLst>
              <a:gd name="adj" fmla="val 0"/>
            </a:avLst>
          </a:prstGeom>
          <a:solidFill>
            <a:srgbClr val="A7D7C5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8923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542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功能性需求：全流程闭环体验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667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2794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7686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空间与物品管理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20834">
            <a:off x="1079519" y="31940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79500" y="3302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支持多层空间结构的增删改，拍照+AI识别录入物品，智能推荐收纳位置，构建清晰的空间档案。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492500" y="2667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9500" y="2794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937000" y="27686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检索与视觉交互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20834">
            <a:off x="3619519" y="31940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3619500" y="3302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关键词/语音快速检索，提供层级列表与卡片可视化视图，点击“去找它”播放轻量引导动画。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4318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4445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44196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归位提醒机制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20834">
            <a:off x="1079519" y="48450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1079500" y="4953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定时推送归位提醒，支持“稍后处理”与“已归位”操作，通过正向反馈培养用户整理习惯。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492500" y="4318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19500" y="44450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3937000" y="44196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习惯分析报告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20834">
            <a:off x="3619519" y="48450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3619500" y="4953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自动统计物品归位率，生成周/月度收纳习惯分析报告，帮助用户了解并优化整理行为。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159500" y="1778000"/>
            <a:ext cx="52705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159500" y="1778000"/>
            <a:ext cx="5270500" cy="609600"/>
          </a:xfrm>
          <a:prstGeom prst="roundRect">
            <a:avLst>
              <a:gd name="adj" fmla="val 0"/>
            </a:avLst>
          </a:prstGeom>
          <a:solidFill>
            <a:srgbClr val="A7D7C5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000" y="18923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794500" y="18542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非功能性需求：高品质体验基石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350000" y="2667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794000"/>
            <a:ext cx="254000" cy="2540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6794500" y="27686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极致易用与智能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-20834">
            <a:off x="6477019" y="31940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6477000" y="3302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简化首次使用引导流程，确保AI物品识别准确率大于85%，让不同年龄段用户都能轻松上手。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890000" y="2667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17000" y="2794000"/>
            <a:ext cx="254000" cy="2540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9334500" y="27686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流畅稳定的性能</a:t>
            </a:r>
            <a:endParaRPr lang="en-US" sz="1100"/>
          </a:p>
        </p:txBody>
      </p:sp>
      <p:cxnSp>
        <p:nvCxnSpPr>
          <p:cNvPr id="40" name="Connector 40"/>
          <p:cNvCxnSpPr/>
          <p:nvPr/>
        </p:nvCxnSpPr>
        <p:spPr>
          <a:xfrm rot="-20834">
            <a:off x="9017019" y="31940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1" name="AutoShape 41"/>
          <p:cNvSpPr/>
          <p:nvPr/>
        </p:nvSpPr>
        <p:spPr>
          <a:xfrm>
            <a:off x="9017000" y="3302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核心搜索响应时间小于1秒，保证动画过渡流畅自然，支持数据本地缓存，实现离线查看功能。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350000" y="4318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4445000"/>
            <a:ext cx="254000" cy="254000"/>
          </a:xfrm>
          <a:prstGeom prst="rect">
            <a:avLst/>
          </a:prstGeom>
        </p:spPr>
      </p:pic>
      <p:sp>
        <p:nvSpPr>
          <p:cNvPr id="44" name="AutoShape 44"/>
          <p:cNvSpPr/>
          <p:nvPr/>
        </p:nvSpPr>
        <p:spPr>
          <a:xfrm>
            <a:off x="6794500" y="44196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安全隐私保护</a:t>
            </a:r>
            <a:endParaRPr lang="en-US" sz="1100"/>
          </a:p>
        </p:txBody>
      </p:sp>
      <p:cxnSp>
        <p:nvCxnSpPr>
          <p:cNvPr id="45" name="Connector 45"/>
          <p:cNvCxnSpPr/>
          <p:nvPr/>
        </p:nvCxnSpPr>
        <p:spPr>
          <a:xfrm rot="-20834">
            <a:off x="6477019" y="48450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6" name="AutoShape 46"/>
          <p:cNvSpPr/>
          <p:nvPr/>
        </p:nvSpPr>
        <p:spPr>
          <a:xfrm>
            <a:off x="6477000" y="4953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用户数据采用本地加密存储，云备份功能需用户主动开启，严格保护用户的家居隐私信息。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890000" y="4318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17000" y="4445000"/>
            <a:ext cx="254000" cy="254000"/>
          </a:xfrm>
          <a:prstGeom prst="rect">
            <a:avLst/>
          </a:prstGeom>
        </p:spPr>
      </p:pic>
      <p:sp>
        <p:nvSpPr>
          <p:cNvPr id="49" name="AutoShape 49"/>
          <p:cNvSpPr/>
          <p:nvPr/>
        </p:nvSpPr>
        <p:spPr>
          <a:xfrm>
            <a:off x="9334500" y="44196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多端与未来扩展</a:t>
            </a:r>
            <a:endParaRPr lang="en-US" sz="1100"/>
          </a:p>
        </p:txBody>
      </p:sp>
      <p:cxnSp>
        <p:nvCxnSpPr>
          <p:cNvPr id="50" name="Connector 50"/>
          <p:cNvCxnSpPr/>
          <p:nvPr/>
        </p:nvCxnSpPr>
        <p:spPr>
          <a:xfrm rot="-20834">
            <a:off x="9017019" y="48450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1" name="AutoShape 51"/>
          <p:cNvSpPr/>
          <p:nvPr/>
        </p:nvSpPr>
        <p:spPr>
          <a:xfrm>
            <a:off x="9017000" y="4953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优先发布iOS与Android双端App，架构预留接口，支持未来AR空间指引、家庭成员多人协作功能。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762000" y="6096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A7D7C5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AutoShape 53"/>
          <p:cNvSpPr/>
          <p:nvPr/>
        </p:nvSpPr>
        <p:spPr>
          <a:xfrm>
            <a:off x="889000" y="61722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以用户体验为核心，通过功能闭环与严苛的非功能指标，打造实用、智能、安全的收纳管理工具。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产品价值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89889">
            <a:off x="3937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101600" cy="304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90600" y="1752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对用户：重塑生活体验，回归从容日常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8321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730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节省时间与减少焦虑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将日常找物时间从10分钟大幅压缩至30秒内，消除因找不到物品产生的烦躁与焦虑。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9751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3873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降低支出并延长物品寿命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清晰掌握家中存量避免重复购买；通过保质期提醒和归位闭环，减少物品丢失与损耗。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2451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5143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养成习惯，提升家庭沟通效率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温和提醒建立整理行为闭环；共享空间地图让家庭成员对物品位置达成共识，减少摩擦。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477000" y="1778000"/>
            <a:ext cx="101600" cy="304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705600" y="1752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对社会：科技向善，探索温暖新范式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2667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28575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302500" y="27686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推动智能化收纳普惠化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将专业仓储管理的逻辑与技术，以低门槛、易操作的方式带入普通家庭，让智能生活触手可及。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477000" y="3937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41275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302500" y="40386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倡导可持续消费，减少浪费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通过提升物品利用率、减少闲置堆积与过期损耗，从微观的家庭视角促进全社会的绿色可持续发展。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477000" y="51435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53340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302500" y="52451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探索AI在日常生活的温暖应用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让AI不仅仅是冰冷的工具，而是理解用户习惯、贴心辅助生活的伙伴，提供有温度的技术服务。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AI在应用中的认知接管流程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泡泡的核心是一个非Chatbot的Agent，它通过接管高门槛、高重复、高易出错的环节来降低用户操作成本，让物品管理变得简单高效。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3429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984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946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物品建档阶段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342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556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利用图像识别与语音录入技术，自动提取物品关键信息，大幅减少用户手动输入的繁琐操作，提升建档效率。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794000"/>
            <a:ext cx="3429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984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2946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分类与位置标注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4572013" y="342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72000" y="3556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基于物品属性进行智能分类，并结合空间逻辑推荐最佳存放位置，帮助用户建立科学、有序的收纳体系。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2794000"/>
            <a:ext cx="3429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2984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99500" y="2946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搜索与取用阶段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3">
            <a:off x="8191513" y="342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191500" y="3556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支持自然语言语义搜索，配合精准的空间位置引导，让用户能在海量物品中快速定位，解决“找不到东西”的痛点。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572000"/>
            <a:ext cx="52324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762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460500" y="4724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状态追踪与智能提醒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8999">
            <a:off x="952508" y="5200650"/>
            <a:ext cx="485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952500" y="5308600"/>
            <a:ext cx="485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实时追踪物品使用状态，针对“忘记放回”或“临期/过期”物品发送智能提醒，有效规避管理疏漏，减少资源浪费。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197600" y="4572000"/>
            <a:ext cx="52324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A7D7C5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88100" y="4762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896100" y="4724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 收纳习惯复盘与优化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8999">
            <a:off x="6388108" y="5200650"/>
            <a:ext cx="485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388100" y="5308600"/>
            <a:ext cx="485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基于长期物品管理数据进行收纳行为复盘，生成个性化优化方案，帮助用户逐步养成更高效、更贴合生活习惯的收纳方式。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A7D7C5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61976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397000" y="60960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AI仅负责预填建议，所有数据需经用户确认修改并手动点击「保存」后才正式入库，确保信息掌控权始终在用户手中。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AI介入机制：做您的“收纳搭档”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00" y="2222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184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关系与层级：各司其职的协作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316">
            <a:off x="1092209" y="2787650"/>
            <a:ext cx="4686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92200" y="2921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AI作为“收纳搭档”接管繁琐的记忆与初级理解工作，而用户始终保留核心的价值判断与最终确认权，确立用户主导的协作关系。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032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0200" y="2222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239000" y="2184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可见性：全透明的操作流程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316">
            <a:off x="6680209" y="2787650"/>
            <a:ext cx="4686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80200" y="2921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拒绝“黑箱”操作，AI的识别过程、推荐理由及置信度均清晰展示在界面上，让用户在每一步都能知晓AI的思考逻辑，用得放心。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4381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4343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可干预性：绝对的用户控制权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316">
            <a:off x="1092209" y="4946650"/>
            <a:ext cx="4686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92200" y="5080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用户拥有最高权限，可随时修改AI预填的任何字段，或一键“取消”操作。技术服务于人，而非替代人，确保用户主导收纳决策。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4191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350000" y="419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80200" y="4381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239000" y="4343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时机与强度：恰到好处的介入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316">
            <a:off x="6680209" y="4946650"/>
            <a:ext cx="4686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D7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680200" y="5080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AI仅在拍照录入、智能搜索时主动介入，或在物品超时未归位时被动响应，避免过度打扰，在需要时出现，是贴心而不越界的助手。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让每一次寻找都笃定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588000" y="4064000"/>
            <a:ext cx="1016000" cy="50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每一次归位都轻松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1218</Words>
  <Application>Microsoft Office PowerPoint</Application>
  <PresentationFormat>宽屏</PresentationFormat>
  <Paragraphs>193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昊翔 庄</cp:lastModifiedBy>
  <cp:revision>1</cp:revision>
  <dcterms:modified xsi:type="dcterms:W3CDTF">2026-06-23T14:47:53Z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{"Label":"1","ContentProducer":"001191110102MACQD9K64010000","ProduceID":"7654602111308893114","ReservedCode1":"","ContentPropagator":"","PropagateID":"","ReservedCode2":""}</vt:lpwstr>
  </property>
</Properties>
</file>